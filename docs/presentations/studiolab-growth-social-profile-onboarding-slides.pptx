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7d93b037d4aff" /><Relationship Type="http://schemas.openxmlformats.org/officeDocument/2006/relationships/extended-properties" Target="/docProps/app.xml" Id="R45fedae6be874081" /><Relationship Type="http://schemas.openxmlformats.org/officeDocument/2006/relationships/officeDocument" Target="/ppt/presentation.xml" Id="R01aa427153c346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4443b2da8142ba"/>
  </p:sldMasterIdLst>
  <p:notesMasterIdLst>
    <p:notesMasterId xmlns:r="http://schemas.openxmlformats.org/officeDocument/2006/relationships" r:id="R0e1880a340f24487"/>
  </p:notesMasterIdLst>
  <p:sldIdLst>
    <p:sldId xmlns:r="http://schemas.openxmlformats.org/officeDocument/2006/relationships" id="256" r:id="Rcc9e3e6522864f9d"/>
    <p:sldId xmlns:r="http://schemas.openxmlformats.org/officeDocument/2006/relationships" id="257" r:id="Ra591ae6a93314046"/>
    <p:sldId xmlns:r="http://schemas.openxmlformats.org/officeDocument/2006/relationships" id="258" r:id="Rf8b92806f943480c"/>
    <p:sldId xmlns:r="http://schemas.openxmlformats.org/officeDocument/2006/relationships" id="259" r:id="R1ebc00d0bd804e11"/>
    <p:sldId xmlns:r="http://schemas.openxmlformats.org/officeDocument/2006/relationships" id="260" r:id="Rda0cea38a7e24b7e"/>
    <p:sldId xmlns:r="http://schemas.openxmlformats.org/officeDocument/2006/relationships" id="261" r:id="Rc503056f82304e4a"/>
    <p:sldId xmlns:r="http://schemas.openxmlformats.org/officeDocument/2006/relationships" id="262" r:id="Rc9213d67a6a04aa7"/>
    <p:sldId xmlns:r="http://schemas.openxmlformats.org/officeDocument/2006/relationships" id="263" r:id="Rd72b836f40fb4785"/>
    <p:sldId xmlns:r="http://schemas.openxmlformats.org/officeDocument/2006/relationships" id="264" r:id="R8e5b084c343e42e7"/>
    <p:sldId xmlns:r="http://schemas.openxmlformats.org/officeDocument/2006/relationships" id="265" r:id="R6f01d021576947f1"/>
    <p:sldId xmlns:r="http://schemas.openxmlformats.org/officeDocument/2006/relationships" id="266" r:id="R2e9b8bcfadba4f24"/>
    <p:sldId xmlns:r="http://schemas.openxmlformats.org/officeDocument/2006/relationships" id="267" r:id="R63aa679bc4e244b2"/>
    <p:sldId xmlns:r="http://schemas.openxmlformats.org/officeDocument/2006/relationships" id="268" r:id="Re9358807c1a448c7"/>
    <p:sldId xmlns:r="http://schemas.openxmlformats.org/officeDocument/2006/relationships" id="269" r:id="Re4c64c364f93437c"/>
    <p:sldId xmlns:r="http://schemas.openxmlformats.org/officeDocument/2006/relationships" id="270" r:id="Refa4255cb9fc4bba"/>
    <p:sldId xmlns:r="http://schemas.openxmlformats.org/officeDocument/2006/relationships" id="271" r:id="R10466ab539374ae4"/>
    <p:sldId xmlns:r="http://schemas.openxmlformats.org/officeDocument/2006/relationships" id="272" r:id="R5d7b53ef20044e71"/>
    <p:sldId xmlns:r="http://schemas.openxmlformats.org/officeDocument/2006/relationships" id="273" r:id="R8966042bd2b248ee"/>
    <p:sldId xmlns:r="http://schemas.openxmlformats.org/officeDocument/2006/relationships" id="274" r:id="Re1f3784bdc7a4eff"/>
    <p:sldId xmlns:r="http://schemas.openxmlformats.org/officeDocument/2006/relationships" id="275" r:id="R964ef5b6b1d64072"/>
    <p:sldId xmlns:r="http://schemas.openxmlformats.org/officeDocument/2006/relationships" id="276" r:id="R4ed35127cf474c47"/>
    <p:sldId xmlns:r="http://schemas.openxmlformats.org/officeDocument/2006/relationships" id="277" r:id="Rdbccfe61a0704111"/>
    <p:sldId xmlns:r="http://schemas.openxmlformats.org/officeDocument/2006/relationships" id="278" r:id="Rb5c53ffb2b0a4cb3"/>
    <p:sldId xmlns:r="http://schemas.openxmlformats.org/officeDocument/2006/relationships" id="279" r:id="Rd1e5d03f4b534043"/>
    <p:sldId xmlns:r="http://schemas.openxmlformats.org/officeDocument/2006/relationships" id="280" r:id="R17d9f6e7e94c4b86"/>
    <p:sldId xmlns:r="http://schemas.openxmlformats.org/officeDocument/2006/relationships" id="281" r:id="R6c419d29608845f8"/>
    <p:sldId xmlns:r="http://schemas.openxmlformats.org/officeDocument/2006/relationships" id="282" r:id="Rba714ffc3ece417a"/>
    <p:sldId xmlns:r="http://schemas.openxmlformats.org/officeDocument/2006/relationships" id="283" r:id="Re7ef77ce87624e0e"/>
    <p:sldId xmlns:r="http://schemas.openxmlformats.org/officeDocument/2006/relationships" id="284" r:id="Rb1a9f388a90f48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443b2da8142ba" /><Relationship Type="http://schemas.openxmlformats.org/officeDocument/2006/relationships/theme" Target="/ppt/theme/theme1.xml" Id="R1b7cd0be23e5435a" /><Relationship Type="http://schemas.openxmlformats.org/officeDocument/2006/relationships/notesMaster" Target="/ppt/notesMasters/notesMaster1.xml" Id="R0e1880a340f24487" /><Relationship Type="http://schemas.openxmlformats.org/officeDocument/2006/relationships/presProps" Target="/ppt/presProps.xml" Id="Rb47ea1ced9db4044" /><Relationship Type="http://schemas.openxmlformats.org/officeDocument/2006/relationships/viewProps" Target="/ppt/viewProps.xml" Id="Rdfc4f3a9c1f84fac" /><Relationship Type="http://schemas.openxmlformats.org/officeDocument/2006/relationships/tableStyles" Target="/ppt/tableStyles.xml" Id="R158872d89969454d" /><Relationship Type="http://schemas.openxmlformats.org/officeDocument/2006/relationships/slide" Target="/ppt/slides/slide1.xml" Id="Rcc9e3e6522864f9d" /><Relationship Type="http://schemas.openxmlformats.org/officeDocument/2006/relationships/slide" Target="/ppt/slides/slide2.xml" Id="Ra591ae6a93314046" /><Relationship Type="http://schemas.openxmlformats.org/officeDocument/2006/relationships/slide" Target="/ppt/slides/slide3.xml" Id="Rf8b92806f943480c" /><Relationship Type="http://schemas.openxmlformats.org/officeDocument/2006/relationships/slide" Target="/ppt/slides/slide4.xml" Id="R1ebc00d0bd804e11" /><Relationship Type="http://schemas.openxmlformats.org/officeDocument/2006/relationships/slide" Target="/ppt/slides/slide5.xml" Id="Rda0cea38a7e24b7e" /><Relationship Type="http://schemas.openxmlformats.org/officeDocument/2006/relationships/slide" Target="/ppt/slides/slide6.xml" Id="Rc503056f82304e4a" /><Relationship Type="http://schemas.openxmlformats.org/officeDocument/2006/relationships/slide" Target="/ppt/slides/slide7.xml" Id="Rc9213d67a6a04aa7" /><Relationship Type="http://schemas.openxmlformats.org/officeDocument/2006/relationships/slide" Target="/ppt/slides/slide8.xml" Id="Rd72b836f40fb4785" /><Relationship Type="http://schemas.openxmlformats.org/officeDocument/2006/relationships/slide" Target="/ppt/slides/slide9.xml" Id="R8e5b084c343e42e7" /><Relationship Type="http://schemas.openxmlformats.org/officeDocument/2006/relationships/slide" Target="/ppt/slides/slide10.xml" Id="R6f01d021576947f1" /><Relationship Type="http://schemas.openxmlformats.org/officeDocument/2006/relationships/slide" Target="/ppt/slides/slide11.xml" Id="R2e9b8bcfadba4f24" /><Relationship Type="http://schemas.openxmlformats.org/officeDocument/2006/relationships/slide" Target="/ppt/slides/slide12.xml" Id="R63aa679bc4e244b2" /><Relationship Type="http://schemas.openxmlformats.org/officeDocument/2006/relationships/slide" Target="/ppt/slides/slide13.xml" Id="Re9358807c1a448c7" /><Relationship Type="http://schemas.openxmlformats.org/officeDocument/2006/relationships/slide" Target="/ppt/slides/slide14.xml" Id="Re4c64c364f93437c" /><Relationship Type="http://schemas.openxmlformats.org/officeDocument/2006/relationships/slide" Target="/ppt/slides/slide15.xml" Id="Refa4255cb9fc4bba" /><Relationship Type="http://schemas.openxmlformats.org/officeDocument/2006/relationships/slide" Target="/ppt/slides/slide16.xml" Id="R10466ab539374ae4" /><Relationship Type="http://schemas.openxmlformats.org/officeDocument/2006/relationships/slide" Target="/ppt/slides/slide17.xml" Id="R5d7b53ef20044e71" /><Relationship Type="http://schemas.openxmlformats.org/officeDocument/2006/relationships/slide" Target="/ppt/slides/slide18.xml" Id="R8966042bd2b248ee" /><Relationship Type="http://schemas.openxmlformats.org/officeDocument/2006/relationships/slide" Target="/ppt/slides/slide19.xml" Id="Re1f3784bdc7a4eff" /><Relationship Type="http://schemas.openxmlformats.org/officeDocument/2006/relationships/slide" Target="/ppt/slides/slide20.xml" Id="R964ef5b6b1d64072" /><Relationship Type="http://schemas.openxmlformats.org/officeDocument/2006/relationships/slide" Target="/ppt/slides/slide21.xml" Id="R4ed35127cf474c47" /><Relationship Type="http://schemas.openxmlformats.org/officeDocument/2006/relationships/slide" Target="/ppt/slides/slide22.xml" Id="Rdbccfe61a0704111" /><Relationship Type="http://schemas.openxmlformats.org/officeDocument/2006/relationships/slide" Target="/ppt/slides/slide23.xml" Id="Rb5c53ffb2b0a4cb3" /><Relationship Type="http://schemas.openxmlformats.org/officeDocument/2006/relationships/slide" Target="/ppt/slides/slide24.xml" Id="Rd1e5d03f4b534043" /><Relationship Type="http://schemas.openxmlformats.org/officeDocument/2006/relationships/slide" Target="/ppt/slides/slide25.xml" Id="R17d9f6e7e94c4b86" /><Relationship Type="http://schemas.openxmlformats.org/officeDocument/2006/relationships/slide" Target="/ppt/slides/slide26.xml" Id="R6c419d29608845f8" /><Relationship Type="http://schemas.openxmlformats.org/officeDocument/2006/relationships/slide" Target="/ppt/slides/slide27.xml" Id="Rba714ffc3ece417a" /><Relationship Type="http://schemas.openxmlformats.org/officeDocument/2006/relationships/slide" Target="/ppt/slides/slide28.xml" Id="Re7ef77ce87624e0e" /><Relationship Type="http://schemas.openxmlformats.org/officeDocument/2006/relationships/slide" Target="/ppt/slides/slide29.xml" Id="Rb1a9f388a90f48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15f5b50770a46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c86d4c13014a6d" /><Relationship Type="http://schemas.openxmlformats.org/officeDocument/2006/relationships/notesMaster" Target="/ppt/notesMasters/notesMaster1.xml" Id="Rf22da17967f545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cb5b0572e54e7f" /><Relationship Type="http://schemas.openxmlformats.org/officeDocument/2006/relationships/notesMaster" Target="/ppt/notesMasters/notesMaster1.xml" Id="Rb1608c4ef20143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87d3a85cd54349" /><Relationship Type="http://schemas.openxmlformats.org/officeDocument/2006/relationships/notesMaster" Target="/ppt/notesMasters/notesMaster1.xml" Id="R05a2729249ef4d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20984a11c6430e" /><Relationship Type="http://schemas.openxmlformats.org/officeDocument/2006/relationships/notesMaster" Target="/ppt/notesMasters/notesMaster1.xml" Id="R85c3bcd1134144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edbb65fd64e92" /><Relationship Type="http://schemas.openxmlformats.org/officeDocument/2006/relationships/notesMaster" Target="/ppt/notesMasters/notesMaster1.xml" Id="R9e92d7bb458b4c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db6485d114b2d" /><Relationship Type="http://schemas.openxmlformats.org/officeDocument/2006/relationships/notesMaster" Target="/ppt/notesMasters/notesMaster1.xml" Id="Reb322842b3e74c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e18f59c44d4a0a" /><Relationship Type="http://schemas.openxmlformats.org/officeDocument/2006/relationships/notesMaster" Target="/ppt/notesMasters/notesMaster1.xml" Id="Rb1d3b48a711a46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4537ade5ff456f" /><Relationship Type="http://schemas.openxmlformats.org/officeDocument/2006/relationships/notesMaster" Target="/ppt/notesMasters/notesMaster1.xml" Id="R9de2f024d302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0ed804e0f24f8e" /><Relationship Type="http://schemas.openxmlformats.org/officeDocument/2006/relationships/notesMaster" Target="/ppt/notesMasters/notesMaster1.xml" Id="R3685cdb7c7a147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bc44b7d80440bf" /><Relationship Type="http://schemas.openxmlformats.org/officeDocument/2006/relationships/notesMaster" Target="/ppt/notesMasters/notesMaster1.xml" Id="Rf91db4ce559743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9112566fe14299" /><Relationship Type="http://schemas.openxmlformats.org/officeDocument/2006/relationships/notesMaster" Target="/ppt/notesMasters/notesMaster1.xml" Id="R38d8db9d490c43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8cb41c78ce415f" /><Relationship Type="http://schemas.openxmlformats.org/officeDocument/2006/relationships/notesMaster" Target="/ppt/notesMasters/notesMaster1.xml" Id="Rf96ddc4edff143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1ea85a4b084e07" /><Relationship Type="http://schemas.openxmlformats.org/officeDocument/2006/relationships/notesMaster" Target="/ppt/notesMasters/notesMaster1.xml" Id="R6e6bab2fd2934a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433ab9f36645fd" /><Relationship Type="http://schemas.openxmlformats.org/officeDocument/2006/relationships/notesMaster" Target="/ppt/notesMasters/notesMaster1.xml" Id="Re644def3e50240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1ab60b33cb4a28" /><Relationship Type="http://schemas.openxmlformats.org/officeDocument/2006/relationships/notesMaster" Target="/ppt/notesMasters/notesMaster1.xml" Id="R0f704f8d3eed49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e7c37c640549ed" /><Relationship Type="http://schemas.openxmlformats.org/officeDocument/2006/relationships/notesMaster" Target="/ppt/notesMasters/notesMaster1.xml" Id="Rb56a26eea56943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8f5caf5da8418a" /><Relationship Type="http://schemas.openxmlformats.org/officeDocument/2006/relationships/notesMaster" Target="/ppt/notesMasters/notesMaster1.xml" Id="Re04bcba93e6b47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fb069585c0454c" /><Relationship Type="http://schemas.openxmlformats.org/officeDocument/2006/relationships/notesMaster" Target="/ppt/notesMasters/notesMaster1.xml" Id="Ra07076fd56f942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6ac4150d6a4985" /><Relationship Type="http://schemas.openxmlformats.org/officeDocument/2006/relationships/notesMaster" Target="/ppt/notesMasters/notesMaster1.xml" Id="R13237e7a867d46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7e9f4079534e05" /><Relationship Type="http://schemas.openxmlformats.org/officeDocument/2006/relationships/notesMaster" Target="/ppt/notesMasters/notesMaster1.xml" Id="R08c04f92fd234a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b49e92a14f4ee8" /><Relationship Type="http://schemas.openxmlformats.org/officeDocument/2006/relationships/notesMaster" Target="/ppt/notesMasters/notesMaster1.xml" Id="R320cd40f04c34f7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88e6ac4a1c4c5f" /><Relationship Type="http://schemas.openxmlformats.org/officeDocument/2006/relationships/notesMaster" Target="/ppt/notesMasters/notesMaster1.xml" Id="R7e674f4e2e484b7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e23e0cf1a0e4cf9" /><Relationship Type="http://schemas.openxmlformats.org/officeDocument/2006/relationships/notesMaster" Target="/ppt/notesMasters/notesMaster1.xml" Id="Ra8402d47f8ab4a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da3e6221bf40c3" /><Relationship Type="http://schemas.openxmlformats.org/officeDocument/2006/relationships/notesMaster" Target="/ppt/notesMasters/notesMaster1.xml" Id="R75b49399f3ab44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e52ee29383446e1" /><Relationship Type="http://schemas.openxmlformats.org/officeDocument/2006/relationships/notesMaster" Target="/ppt/notesMasters/notesMaster1.xml" Id="R14e0b0583f7c467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27a149fc4a4383" /><Relationship Type="http://schemas.openxmlformats.org/officeDocument/2006/relationships/notesMaster" Target="/ppt/notesMasters/notesMaster1.xml" Id="R57923c175f9e46e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7a5db9e5bde4078" /><Relationship Type="http://schemas.openxmlformats.org/officeDocument/2006/relationships/notesMaster" Target="/ppt/notesMasters/notesMaster1.xml" Id="R2966896dbedf499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4eccacbc41942dd" /><Relationship Type="http://schemas.openxmlformats.org/officeDocument/2006/relationships/notesMaster" Target="/ppt/notesMasters/notesMaster1.xml" Id="Ra3a9b486784e47e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538fff746e043f3" /><Relationship Type="http://schemas.openxmlformats.org/officeDocument/2006/relationships/notesMaster" Target="/ppt/notesMasters/notesMaster1.xml" Id="Rb5383a1a9587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fd45dae8e410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247204b8cbb4041" /><Relationship Type="http://schemas.openxmlformats.org/officeDocument/2006/relationships/slideLayout" Target="/ppt/slideLayouts/slideLayout2.xml" Id="R575f0e5b15034a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5f0e5b15034a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9de8dd2f1f4cd2" /><Relationship Type="http://schemas.openxmlformats.org/officeDocument/2006/relationships/image" Target="/ppt/media/image.png" Id="R62e391fa08324aba" /><Relationship Type="http://schemas.openxmlformats.org/officeDocument/2006/relationships/notesSlide" Target="/ppt/notesSlides/notesSlide1.xml" Id="R34c3d3ad56f4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f88a04799f4630" /><Relationship Type="http://schemas.openxmlformats.org/officeDocument/2006/relationships/image" Target="/ppt/media/image2.png" Id="Rfe399a6e94a54d05" /><Relationship Type="http://schemas.openxmlformats.org/officeDocument/2006/relationships/image" Target="/ppt/media/image3.png" Id="R5e825c438a454adb" /><Relationship Type="http://schemas.openxmlformats.org/officeDocument/2006/relationships/notesSlide" Target="/ppt/notesSlides/notesSlide2.xml" Id="R161cb88cba2c46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1556dce7ba4815" /><Relationship Type="http://schemas.openxmlformats.org/officeDocument/2006/relationships/image" Target="/ppt/media/image4.png" Id="R9262d4bd125d4b69" /><Relationship Type="http://schemas.openxmlformats.org/officeDocument/2006/relationships/notesSlide" Target="/ppt/notesSlides/notesSlide3.xml" Id="R7eac1a10218040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ebdf70a2dc4bba" /><Relationship Type="http://schemas.openxmlformats.org/officeDocument/2006/relationships/image" Target="/ppt/media/image5.png" Id="Rf6e0739ebdb148bc" /><Relationship Type="http://schemas.openxmlformats.org/officeDocument/2006/relationships/notesSlide" Target="/ppt/notesSlides/notesSlide4.xml" Id="R54281038c23d4a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f18bd44a014144" /><Relationship Type="http://schemas.openxmlformats.org/officeDocument/2006/relationships/image" Target="/ppt/media/image6.png" Id="R1b385771a1444d9d" /><Relationship Type="http://schemas.openxmlformats.org/officeDocument/2006/relationships/notesSlide" Target="/ppt/notesSlides/notesSlide5.xml" Id="R17ca4ba40aaf4e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1e9d2afa4c4ab5" /><Relationship Type="http://schemas.openxmlformats.org/officeDocument/2006/relationships/image" Target="/ppt/media/image7.png" Id="Ra8171de5e284498c" /><Relationship Type="http://schemas.openxmlformats.org/officeDocument/2006/relationships/notesSlide" Target="/ppt/notesSlides/notesSlide6.xml" Id="R02c2561416de49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dd0ff8419b4e2c" /><Relationship Type="http://schemas.openxmlformats.org/officeDocument/2006/relationships/image" Target="/ppt/media/image8.png" Id="Reb041b3640b34e8c" /><Relationship Type="http://schemas.openxmlformats.org/officeDocument/2006/relationships/notesSlide" Target="/ppt/notesSlides/notesSlide7.xml" Id="R05ed560e92eb42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b111660fd34772" /><Relationship Type="http://schemas.openxmlformats.org/officeDocument/2006/relationships/image" Target="/ppt/media/image9.png" Id="R17d7e9786b374cde" /><Relationship Type="http://schemas.openxmlformats.org/officeDocument/2006/relationships/notesSlide" Target="/ppt/notesSlides/notesSlide8.xml" Id="Rcbf066613bc748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659a2ec27247b8" /><Relationship Type="http://schemas.openxmlformats.org/officeDocument/2006/relationships/image" Target="/ppt/media/image10.png" Id="R3f888fa1ab9144f7" /><Relationship Type="http://schemas.openxmlformats.org/officeDocument/2006/relationships/notesSlide" Target="/ppt/notesSlides/notesSlide9.xml" Id="R600dc4719fae42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f0957c19fe49a3" /><Relationship Type="http://schemas.openxmlformats.org/officeDocument/2006/relationships/image" Target="/ppt/media/image11.png" Id="R0c5a87bc00f34e60" /><Relationship Type="http://schemas.openxmlformats.org/officeDocument/2006/relationships/notesSlide" Target="/ppt/notesSlides/notesSlide10.xml" Id="R2d4b610e850f48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5730accec5453f" /><Relationship Type="http://schemas.openxmlformats.org/officeDocument/2006/relationships/image" Target="/ppt/media/image12.png" Id="Ra2dc39af3a104d06" /><Relationship Type="http://schemas.openxmlformats.org/officeDocument/2006/relationships/notesSlide" Target="/ppt/notesSlides/notesSlide11.xml" Id="Rbc47830623874a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3636d195f49e2" /><Relationship Type="http://schemas.openxmlformats.org/officeDocument/2006/relationships/image" Target="/ppt/media/image13.png" Id="Re611bee9561a4113" /><Relationship Type="http://schemas.openxmlformats.org/officeDocument/2006/relationships/notesSlide" Target="/ppt/notesSlides/notesSlide12.xml" Id="R66a0a7fb478e4c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f5be552ad64e81" /><Relationship Type="http://schemas.openxmlformats.org/officeDocument/2006/relationships/image" Target="/ppt/media/image14.png" Id="Rddabb5dbb40a4a1f" /><Relationship Type="http://schemas.openxmlformats.org/officeDocument/2006/relationships/notesSlide" Target="/ppt/notesSlides/notesSlide13.xml" Id="R3fca6db883e046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7097ecbd1f46de" /><Relationship Type="http://schemas.openxmlformats.org/officeDocument/2006/relationships/image" Target="/ppt/media/image15.png" Id="R225ca2baec424d63" /><Relationship Type="http://schemas.openxmlformats.org/officeDocument/2006/relationships/notesSlide" Target="/ppt/notesSlides/notesSlide14.xml" Id="Rc44f837740564a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b7d64b89854599" /><Relationship Type="http://schemas.openxmlformats.org/officeDocument/2006/relationships/image" Target="/ppt/media/image16.png" Id="Rd0ff9c8c9fff4a6c" /><Relationship Type="http://schemas.openxmlformats.org/officeDocument/2006/relationships/notesSlide" Target="/ppt/notesSlides/notesSlide15.xml" Id="Rcaa520c5d05c44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5140fe442f4c2b" /><Relationship Type="http://schemas.openxmlformats.org/officeDocument/2006/relationships/image" Target="/ppt/media/image17.png" Id="Rc4000ab440b64994" /><Relationship Type="http://schemas.openxmlformats.org/officeDocument/2006/relationships/notesSlide" Target="/ppt/notesSlides/notesSlide16.xml" Id="R2fa754b46f2a4a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ca88aaa85479b" /><Relationship Type="http://schemas.openxmlformats.org/officeDocument/2006/relationships/image" Target="/ppt/media/image18.png" Id="R3c5134f077094e6b" /><Relationship Type="http://schemas.openxmlformats.org/officeDocument/2006/relationships/notesSlide" Target="/ppt/notesSlides/notesSlide17.xml" Id="R3e27cd834be446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3b1e08bc684234" /><Relationship Type="http://schemas.openxmlformats.org/officeDocument/2006/relationships/image" Target="/ppt/media/image19.png" Id="R15d52c4b28394ab4" /><Relationship Type="http://schemas.openxmlformats.org/officeDocument/2006/relationships/notesSlide" Target="/ppt/notesSlides/notesSlide18.xml" Id="Rfc2d22fa2eba47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fa76c4e684dd8" /><Relationship Type="http://schemas.openxmlformats.org/officeDocument/2006/relationships/image" Target="/ppt/media/image20.png" Id="Rfaaa23c436e045c3" /><Relationship Type="http://schemas.openxmlformats.org/officeDocument/2006/relationships/notesSlide" Target="/ppt/notesSlides/notesSlide19.xml" Id="R917d629613104f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2609b33ae74ac9" /><Relationship Type="http://schemas.openxmlformats.org/officeDocument/2006/relationships/image" Target="/ppt/media/image21.png" Id="R1357741e05564369" /><Relationship Type="http://schemas.openxmlformats.org/officeDocument/2006/relationships/notesSlide" Target="/ppt/notesSlides/notesSlide20.xml" Id="R7571285cfa4740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297255bcf4dd5" /><Relationship Type="http://schemas.openxmlformats.org/officeDocument/2006/relationships/image" Target="/ppt/media/image22.png" Id="R9e79f12056834148" /><Relationship Type="http://schemas.openxmlformats.org/officeDocument/2006/relationships/notesSlide" Target="/ppt/notesSlides/notesSlide21.xml" Id="R3e9f7120eae246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62e64b12574f40" /><Relationship Type="http://schemas.openxmlformats.org/officeDocument/2006/relationships/image" Target="/ppt/media/image23.png" Id="R91ccb0232b514d21" /><Relationship Type="http://schemas.openxmlformats.org/officeDocument/2006/relationships/notesSlide" Target="/ppt/notesSlides/notesSlide22.xml" Id="Rccfb3cca33f143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1aa383ae940a1" /><Relationship Type="http://schemas.openxmlformats.org/officeDocument/2006/relationships/image" Target="/ppt/media/image24.png" Id="R1c8eb7cdf2124990" /><Relationship Type="http://schemas.openxmlformats.org/officeDocument/2006/relationships/notesSlide" Target="/ppt/notesSlides/notesSlide23.xml" Id="R6c03380de61c4f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c52788b02d45e8" /><Relationship Type="http://schemas.openxmlformats.org/officeDocument/2006/relationships/image" Target="/ppt/media/image25.png" Id="R37c21783609c47ba" /><Relationship Type="http://schemas.openxmlformats.org/officeDocument/2006/relationships/notesSlide" Target="/ppt/notesSlides/notesSlide24.xml" Id="Ra00a1bf23bd04c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221b4b03a4184" /><Relationship Type="http://schemas.openxmlformats.org/officeDocument/2006/relationships/image" Target="/ppt/media/image26.png" Id="R0868093744ec4c5c" /><Relationship Type="http://schemas.openxmlformats.org/officeDocument/2006/relationships/notesSlide" Target="/ppt/notesSlides/notesSlide25.xml" Id="R142c2c93402a412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46a8e86014ba6" /><Relationship Type="http://schemas.openxmlformats.org/officeDocument/2006/relationships/image" Target="/ppt/media/image27.png" Id="R8ce76f4f536d43d6" /><Relationship Type="http://schemas.openxmlformats.org/officeDocument/2006/relationships/notesSlide" Target="/ppt/notesSlides/notesSlide26.xml" Id="Rddeb29bf3c2746b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ac60cc5e74f2f" /><Relationship Type="http://schemas.openxmlformats.org/officeDocument/2006/relationships/image" Target="/ppt/media/image28.png" Id="R467b92d651854145" /><Relationship Type="http://schemas.openxmlformats.org/officeDocument/2006/relationships/notesSlide" Target="/ppt/notesSlides/notesSlide27.xml" Id="R455aeb654c104cb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84fd9434f4284" /><Relationship Type="http://schemas.openxmlformats.org/officeDocument/2006/relationships/image" Target="/ppt/media/image29.png" Id="Ref54d421a68d4f28" /><Relationship Type="http://schemas.openxmlformats.org/officeDocument/2006/relationships/notesSlide" Target="/ppt/notesSlides/notesSlide28.xml" Id="Ra85c5c1d2b0b4d6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10d332d46b41ab" /><Relationship Type="http://schemas.openxmlformats.org/officeDocument/2006/relationships/image" Target="/ppt/media/image30.png" Id="R39dd89eafd1d4c0a" /><Relationship Type="http://schemas.openxmlformats.org/officeDocument/2006/relationships/notesSlide" Target="/ppt/notesSlides/notesSlide29.xml" Id="Rd3233b26aa4c4c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B5451D-A812-45CD-9829-E34BD8C2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391fa08324aba"/>
          <a:stretch xmlns:a="http://schemas.openxmlformats.org/drawingml/2006/main"/>
        </p:blipFill>
        <p:spPr>
          <a:xfrm xmlns:a="http://schemas.openxmlformats.org/drawingml/2006/main">
            <a:off x="495300" y="342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8B133-4A94-4143-8848-509E9EA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StudioLAB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99E1C-3BE5-413F-8D3B-1189AB0F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38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15804-928E-416A-9C4F-795D784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0DEF0-69E1-42E7-A8EF-65159E6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EEDF8"/>
                </a:solidFill>
                <a:latin typeface="Aptos"/>
                <a:ea typeface="Aptos"/>
                <a:cs typeface="Aptos"/>
              </a:rPr>
              <a:t>SETUP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B0958-3396-46AF-8310-0EB1B75F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657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Connect studio profiles without collecting passwords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0E8D9-F216-4976-8A94-09A56B15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EDF8"/>
                </a:solidFill>
                <a:latin typeface="Aptos"/>
                <a:ea typeface="Aptos"/>
                <a:cs typeface="Aptos"/>
              </a:rPr>
              <a:t>A slide-through onboarding presentation for StudioLAB Growth profile connections.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6C0BF-6A58-4164-9788-EA3356B9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B30D2-F283-40BD-94A3-F992F075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66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9D6B6-5B7A-466E-8C67-EC1ED847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Capture URLs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DC5DF-60DB-4B12-99B4-3ED5CAF4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6E936-F543-4639-A797-3DADB220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66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907FA-DC7D-40D1-BED3-5D93B4CD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 login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C5E22-D57B-4EF8-A979-9986105B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B5D3E-E2AD-4DA3-B2E0-94F7EB05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52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13D18-A67E-480B-B37D-0BE9DDB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338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OAuth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D3C28-5F30-4AC3-9CFE-FD7BED7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D0F67-E818-45E8-B7E2-C37A5E6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52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228AA-1935-4453-A94D-64111DCC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StudioLAB verifies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7D9AE-3D40-4588-8431-06435B3A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EEDF8"/>
                </a:solidFill>
                <a:latin typeface="Aptos"/>
                <a:ea typeface="Aptos"/>
                <a:cs typeface="Aptos"/>
              </a:rPr>
              <a:t>Slide-through setup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D840A-1AFB-4CD3-A10F-50EDB99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579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EDF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48650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DE6A0-9A9C-4EB0-A847-23723636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DAE3A-ACF4-49AD-832C-08544A8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23741-1689-4F7E-91FA-CFEC951E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99a6e94a54d05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3641E-F6BC-4F7A-ADD4-40F3C5B3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A9C09-9CC1-4689-B2F4-1005F1FA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CORE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BC8C9-51FE-46E3-8C47-4A16A68A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The form identifies public profiles; the owner authorises access later.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6E781-F7B0-4FD1-ABF5-D2B39E8A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619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A185F-A10E-4A4A-AB73-45B43E7E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Capture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3D7A3-5818-4745-8501-48DBC802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URLs and handles tell StudioLAB which public profiles belong to the studio.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25c438a454adb"/>
          <a:stretch xmlns:a="http://schemas.openxmlformats.org/drawingml/2006/main"/>
        </p:blipFill>
        <p:spPr>
          <a:xfrm xmlns:a="http://schemas.openxmlformats.org/drawingml/2006/main">
            <a:off x="5530918" y="2247900"/>
            <a:ext cx="4749665" cy="3390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4EFC4-91D3-4146-96BC-4B37F6BE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7D94A-17F0-4B1C-9A0B-0829BF97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Connect second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D6EAD-A87E-4A63-9301-4481A374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The studio owner signs in directly and grants permission inside StudioLAB Growth.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7EBB0-7DCF-4F10-B3D9-EB2B415B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user-provided onboarding screenshot and StudioLAB Growth setup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E36E0-7CDB-4DF4-A278-CDADF14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76622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76E9E-E4F5-4962-9B99-81121BEC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D21F3-4D52-4DCB-9782-67B89DE2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1A48A-0793-4985-B372-28C0D7F2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2d4bd125d4b69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8C069-2D3C-4937-B473-B8B9DCF8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F1A28-86F7-483B-BD3A-8A4870F2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13CC1-41FC-4C76-9E6E-45996660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No passwords are entered into the onboarding 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2D0E7-38D9-4463-990A-8DF06327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1699B-E73E-425B-B588-2613784A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EF7D7-CFF0-4DF6-8A5F-903A0F8F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24E52-0309-451C-822B-F1534723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Studio owner opens StudioLAB Growth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CD971-968B-4B86-9A93-FD7C2F9F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1718E-B93B-4A31-903D-5C420640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5750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EA5B4-9984-41E3-B997-F8852F25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7AE7E-B2F1-44D4-A7E4-AC09034B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384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D7F41-8E93-432A-9617-0EB7B1FD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Platform login opens in their browser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5820A-7FCB-4631-93FA-487CD4E4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671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2AE67-1BAD-4033-9B52-69588CE2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0B2DD-90AD-4F04-8489-FFB4CC66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CEA0F-C2C3-4464-8785-95636369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384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E93C6-8615-4BD9-B0EF-6B2E3AE2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OAuth grants the selected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83CEC-83A8-40B8-B223-5941338B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EF40F-74D0-4468-8A22-1C37F318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40AB8-E324-4B49-A01D-7659FD1E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D4DA8-DE5B-493A-BC42-AC86EB41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384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42A43-C808-4BB2-B1A3-6283BE2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StudioLAB verifies the connection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EA2EE8-38DB-4583-A530-67D256A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00600"/>
            <a:ext cx="7886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D738D-FDA5-42B4-8C45-EC0A1234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StudioLAB receives authorised access only after the owner approves the platform permission screen.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9C8E0-414E-4B53-A2F0-F8CD9461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OAuth permission model and vendor setup documentation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461B4-71C6-4D2D-AF9C-4D5FE58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96460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65553-5297-4AFA-BD14-14A69F3D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60309-DBCC-4A73-A40E-2047CE5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B9F3C-B713-4AA6-B3C0-251B9487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739ebdb148bc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93661-9D6F-4E64-A896-FF98803D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75683-F0A7-481D-836B-B46D2D8B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BEFORE YOU 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0B696-D836-4204-B7FC-DA0CF6B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Have the real account owner available before pressing Connect.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58B75-2B6E-458B-B75B-F264862E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A2ABB-4B55-4FF0-9E73-B6E62063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FA385-0B47-4B9B-8B84-31CC5C5C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08410-B734-464F-A58D-3DCFDE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StudioLAB Growth 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F6565-E661-48E5-A9CA-5B52FDB5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C61A5-9331-4F8C-B0D3-68427534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2B0EB-3DE0-4A0B-B3C1-DD65D12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F3CA4-56D6-453E-B387-4C4B569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527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B3628-BB2C-48F7-9CC6-E7D7FC28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146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Correct Facebook, Instagram, Google, TikTok or YouTube 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91A7B-C381-4949-80A9-E3B0FA66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14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71DB5-C9CA-403B-8DF7-ABEA4A44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C2515-6C08-4EDF-A1E1-C52D28B3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A5C4D-49FA-42FD-8FFD-30C19851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94852-AEC5-4CE8-A468-3D9A4089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Two-factor authentication device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ADFFB-AD77-44BE-9110-3819E4CE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95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22EB9-64A7-466E-94C0-8343B6A4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C634DD-4AC4-4067-AFFC-4F4CE5EB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95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369B7-3BB3-44AF-AD05-D06A22F8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60D24-0FA7-4687-BCDB-4DBC18E0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Admin or owner permissions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6185F-88C8-48B4-A1F9-2980941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95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4CB27-9ABD-4F25-8690-C2A5744A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39475-E2A5-47F7-B925-65A72656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15598-08E1-4853-AD12-56B6F8E0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D28822-5E4E-447B-8141-E6D2520B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Pop-ups allowed for the setup session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69433-56F7-40C0-AFD6-FC84DA29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767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4EC6C1-49C5-4396-B065-1E188054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43350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18A273-73BF-48FB-BCB1-7293DCEB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76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11AE25-BFB5-4A2A-9D62-54692A6A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148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A42F2-CEFF-4949-A567-BE460E98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Public profile URLs from the onboarding form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806C66-4A5B-4B8B-9981-1E47E3AB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767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8247CE-EE2A-4BE4-84BE-FF3B1C98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9650"/>
            <a:ext cx="2628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5B3C65-6537-4932-96E5-8668F11F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29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Most failed setup attempts are caused by using the wrong login or missing admin permissions.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F94DE8-BA73-4230-8546-AE49DA76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platform permission troubleshooting patterns across Meta, Google, TikTok and YouTube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82B9C9-47ED-4F43-9967-5BF3306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3899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66CE4-8BF8-4D99-B86B-8029104A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CE68B-4562-400B-9914-79771293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B214-A4F0-4434-81FE-6124790B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85771a1444d9d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E6F3F-CA96-4841-B4CF-8479BBFA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F652E-8988-4021-B609-274F9DBA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PRODUCT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395FF-26F0-438F-84B6-AE7EF835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Connections happen in three StudioLAB Growth areas.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DFE57-90D0-4608-863E-36D338D1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EBA4A-EBD4-4316-9F19-E7279F5F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7619F-6F7B-40C5-B9F4-50ED827A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BC50B-5DEB-4362-A983-8D35ACD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0ADE4-D55A-48D3-85F0-52A64CE0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236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Integrations for leads, inbox, reviews and connected apps.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2E988-75BB-4C56-AF6F-1C3138E8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8492F-1F75-49D1-807F-90AFE43D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 &gt; Integrations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F9509-E036-4B47-ABF1-54494215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22D72-9DCB-4C59-8BD6-83C979B7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BB442-5164-4168-B80A-0AE89F57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0B1FB-F929-46C0-B7A6-5915FC8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5A1DC-449C-4E5E-B72E-40287FB7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748CD-4DA5-4130-8E43-197784B9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36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Social Planner for publishing and scheduling profiles.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185CA-FCE5-48A9-BEE3-7CE3880D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29469-D811-4E58-A76E-B51E2C3C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95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Marketing &gt; Social Planner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AF9B9-F885-4F2C-8415-D104EF31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385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49250-74E3-4073-B0FB-D571515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38400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894D9-6BEB-4B56-A91F-C45FA21E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14DAE-1204-472B-BDF8-706B3919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2EDBE-12BB-4FDF-91D7-1A72BEC0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49B826-07DB-4E30-B119-5D4D1C01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236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GBP optimisation, listings and review workflows.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0130F-D5DD-4AEE-A462-02870B3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48B963-BE7A-4AE7-9073-3282E483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6AB7C-B03A-47C9-B7E9-799A5B96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StudioLAB Growth connection mapping from support documentation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EAF9E-3B06-47AD-BACF-146E68C8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278708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C6462-060A-4B38-AD78-E2B40181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558E8-A6B4-4D2C-A736-7B11BA4B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4FF4F-6EB3-48D0-A42D-E044B6A2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71de5e284498c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0A401-7AE5-4DB9-A388-947816A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5CF83-6EBD-4DE6-A4EF-34AB6178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SETUP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7B640-085E-43AB-98A4-4EE75227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Connect Meta first, then add Google, TikTok and YouTube as needed.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6EB1F-C325-4E0E-9B74-444A41D6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733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AEB90-DF53-46FE-9AE6-F4F2782C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E555C-A4DA-4BC8-9921-77812CA2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34022-EDAC-475A-9203-48E96DCC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Page, lead ads and Messenger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1B0B8-4363-42B9-8CAB-0B372C3C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0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30136-CA4C-4AA3-836C-CA20F36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1733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38810-CC88-40B8-A378-51700C7D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242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0A7EC-D72C-4C50-A560-0645955B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86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0CF44-08A6-47D9-A877-03213D21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290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Posting, DMs and Meta-linked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4C844-BECD-4002-A6DE-8F1190B8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00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DFD25-AFC3-4BB4-B3DF-F3BDD196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1733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BA867-E820-4BFC-AF7E-85746172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242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8153F-6A8D-4E0A-8296-9EE0DDC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 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6F035-3086-4AED-959B-8B632F8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Reviews, reputation and GBP posts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834D6-D5A1-4131-96D2-0D8B1398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0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9ACDF-97AB-4DAE-8D81-3AD49C87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76550"/>
            <a:ext cx="1733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D3C53-55E0-435A-8BCD-A7403028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242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A819E-7622-4A89-B222-60138BE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D492F-96FC-4584-ACD5-C724B1E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290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Posting, lead ads and automations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7C3D7-421A-49F0-87BA-227591A5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68D01-E8FC-4920-9F05-ADCC9DB4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1733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C5069-7863-4C7D-BFC3-CC59117A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242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B4A2B-1E59-4C28-8748-AA5931EB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86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F971B3-1288-4712-AC96-8EAE3D23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290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Only if publishing is included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31D460-2BE1-49E5-A81C-EF2FC2F0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Recommendation: connect only the platforms included in the client's Growth package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0B242E-5A39-4D1C-90A9-17DA9F9E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1178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4DDED-665F-41B1-BEE2-2B88D3A4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54E0F-CBD8-4B50-B1F8-5B6BCD2D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0CEE1-8EDB-4441-8165-2154CFD6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41b3640b34e8c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2E105-7698-4F2B-A0C1-EB8889DF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C0395-5DC4-4BC6-861C-1D1DAF7E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FACEBOOK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4FACB-11B6-446F-AF33-2DA30F0C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Facebook needs Page control, and lead ads need extra lead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7A358-54DC-462B-92DF-DA72E962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79D65-BA13-40FD-91FF-9A3EA3A3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Facebook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480FC-3736-403E-93BB-ACF195E8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E36B9-33FA-4C3D-AAF7-7262A4AA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477D6-EF27-4F7E-AE73-783CC0A7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5D718-297E-45CD-B275-D4AD4ACC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Business Page, not a personal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CD40F-CC71-45CF-AEC2-C5407A33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21BCD-0354-487B-8371-8403114F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D1559-7F41-41F2-AD99-E24683F4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BD8D9-C971-4DB4-A089-C316F1FA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Admin or full control Page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E2F19-F3B9-4215-9683-C8AE47C9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3206B-29C6-4D23-A75E-9635D768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34554-03BC-443C-AEE3-2CDA7D6A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5FA80-3B00-4910-A3C5-916B13D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Ad account access if lead ads are included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96CCF-B25E-4AC4-8BE7-9FD58B73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D760C-9677-44C5-A651-63D3DD56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5BF24-B410-4CB6-9E45-52887936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FA4B1-988D-410F-BAC3-642B8CE4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Lead Access Permission for lead form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EBEF7-52F6-4E3D-B90E-8F815B4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Facebook integration and multi-page lead ads support articles, May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F2E64-747C-490F-BFEE-F2F742EC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1687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702E7-86BC-47D2-A726-91292E40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8A35F-61C3-4F69-82DF-5EA3EEF8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2A35F-D15A-4089-879B-9A74B0E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7e9786b374cde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87710-0A65-4862-B745-ED505277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7E462-6F1C-4F8E-890B-EFE10507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FACEBOOK CLICK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EDCB9-D65F-43D3-8334-9AB5553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Leads, DMs and forms start in Settings &gt; Integrations.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AE3C6-7147-4402-9A48-C80600E5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74866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F9870-373C-4DAA-B7D5-678DE002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748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7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BB669-EB96-4CA0-B233-30615E99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95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D9EDC-EC13-42C7-BA04-D93DADC7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95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E13D6-2604-4F76-AD54-B3243D63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95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E954C-8F07-4118-8FA9-8E5C725A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66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6AF34-0EEF-497C-AC95-5CEDF5C7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428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56806-637B-40D0-8C1F-1B7DD4AE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2EB17-C601-403F-A96B-D3256452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96DD8-A805-4F90-AF85-7B7A1580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0CF39-4573-4F54-AC73-01BCC7C2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4A1EF-8643-419A-A027-182DFE40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A25B8-B543-43B1-AC5F-B8D996F6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0DCCC-D7E7-494A-8E6F-DEF25318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D7E54-8522-4726-A612-D061F22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6D2A2-0A75-4D4E-8111-DE62F0A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43514-3A95-4F80-94BC-335D8022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C690F-9C0C-4FB7-88D5-D38934B8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035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77792-CD21-4DEA-9834-9EA69AB6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3C5B42-C5AA-403E-A3CD-35C18A94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1945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4E346-2266-4F48-91FD-D93F9C5E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5719B-A142-4AA9-880A-C3DE019C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719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&amp; Instagram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7A352-DFD2-48B4-A4BF-1C2E5D4D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Lead Ads, Messenger, forms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DE08A-0C35-47BE-A749-FD994762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48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37A5E-F9CC-4D69-A90D-8B94ADCA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9572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9A43A0-61F7-47CF-87C8-540445A0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84A0A1-8209-48DF-AE26-7635D4EC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 Business Profile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BC5A51-7D95-480A-9127-8A62F7C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624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Reviews and GBP sync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70F1D8-C50F-4CE7-8725-C64297E8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E2D4BA-BAD2-46C6-8ABF-1E593401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9572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A31ACB-2535-453B-B91F-85AB373E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339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CA6B48-0730-449B-9DE3-A2787AD3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672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71A384-AB1E-42F8-92C3-8BAE30B1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57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Lead Ads and automations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2193CD-6CC6-4EAE-B30A-B04D59E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434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3BCBB6-D3EF-4407-A52A-060C3CD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910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057FB8-D7EB-4D44-83E1-15CCD1F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5BB5C9-C08C-43EF-964C-B8980899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672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Connected Apps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0CA186-7A5D-4F44-9AD9-05C64D96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 permissions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C23929-77BD-4BCA-981C-A0B92888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407E99-CF37-42E8-896A-D32CAA20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910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8A2D50-3268-4C96-9AF9-463D9E2D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000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9525">
            <a:solidFill>
              <a:srgbClr val="E8197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73276F-A5F1-439F-BFF6-24956DEB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Click target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2F98D2-B0D7-47A9-A658-48CD0BC9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813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&amp; Instagram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910783-35AA-419C-9F36-74D937BF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1371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The owner signs in from their browser. StudioLAB does not see the password.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39474E-7EEB-456C-91F4-C9CEDC1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Settings &gt; Integrations path from vendor support docs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F0659C-0FA9-464F-9E94-C5746F8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49229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93BB0-D3F3-4D78-B257-1E6EF41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EAFEE-9148-46CB-A9B6-1E36A71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D6FBB-B3E0-44C2-B54F-E8519E2B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88fa1ab9144f7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515D8-D314-4E70-A47E-2CABD9DE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EC273-2B66-495E-81D5-9F11801A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FACEBOOK AUTHORISATION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C53A6-7E89-46D2-A38A-AE6AE9F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Approve all requested permissions, then select the correct Page.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C9C0F-127B-4AAE-8519-FD8511F4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90BF2-06E8-48DD-8264-C18CA687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7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C1498-57DA-4538-A4F0-81712516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9735D-B37A-4BF6-B3F9-E369484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1DD3E-3F61-4C67-9DDE-FED716E9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E82F3-F17B-47D4-9146-15FA73F8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74C3D-AB19-4150-A1AE-1A2EA29E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8A2EF-3CA7-40B6-B37E-18DEB7E7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7DFA2-160F-4D4A-A052-C6E84795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2A03E-C8A6-44F3-957A-DD100EFC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DF737-19C0-490F-B24B-94D51CD5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8F38A-1629-48AA-AD96-181360ED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92B9C-457C-48FF-9F18-E664A5CD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F829E-0ABF-4D37-94A9-ABC06251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0BE99-CE41-4239-9033-26B6A254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62E49-1C28-440B-8224-AD511C4D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2143A-F12B-4376-AB0C-CC8837BA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8DC46-52E2-46EF-ADA2-1FA489BE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66AEF-DB9F-4706-850B-4C945CA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CB073B-586A-43B0-88F2-7EEB1F7B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8DAE0-1918-4274-9F45-4E58DC06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624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3B406-A7F0-4BC0-A932-B8309551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C2DB61-30D3-4C85-9BC2-C1C9AF5E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86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Start secure connection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44C2FD-C514-4242-B168-AA03BAE1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B93A6-B2F5-45F1-A18E-19A360D5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891A13-8338-40D7-82C1-91793DBF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3FF8F-36B8-44DD-B404-4A693C77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9AAD68-65BB-404C-8D29-C353B7D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28850"/>
            <a:ext cx="403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Authorise Facebook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6A4D94-DF5A-463B-A462-B23B4CF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03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 permissions before continuing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441B72-FCD7-41BA-90A1-505F9CD2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F0722F-DA2A-4BCC-804F-B7F2DD73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81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50D812-4A09-44B8-A822-FBD2CF17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099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93D66E-4F47-4D65-ACFF-B23E7DF5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Manage Page connection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659C8C-B0C4-4833-9B45-3A2D2562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908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EC9976-7DB5-48D9-835F-E35980F9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04C9EB-92C2-434B-AA7C-2BC8C0D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17B0BD-853A-4767-9972-57DAB02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718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7DE816-BC4B-4A56-9586-E360F48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Access lead forms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90ACF7-427C-412D-99B0-5CD542C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528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2BF6CB-4528-4133-8D71-C10018FC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D29091-9C9D-4DBE-9915-AC4EF15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BD3E5D-C36D-45E1-95CA-1BCB012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9CD79D-5D15-47BF-89AF-18B4FD9B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47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Read Page messages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80B6CC-68D7-49BF-AF4A-830BC4EC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147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AD762D-66FC-4B44-8730-6ABB602D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910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258B43-C1F6-4E75-B363-37096A17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6A263F-BF57-4AC7-8720-2A30C5E3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957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9B9E4C-0BF6-4B35-9185-7E47EE38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Sync selected Page data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B300E4-AD41-4796-92F0-418E5E75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767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89144A-CEC4-44E5-AFAF-2F152B49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910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E937C7-9977-4BA8-812A-D70072A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24400"/>
            <a:ext cx="3733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Selected asset: Your Studio Facebook Page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C4048C-59FE-4F7F-A19E-0C6FBDA8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863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4F10C1-3506-4D8A-BB58-752B2342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1085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 access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3B66CB-2AB4-4E93-B472-86EFD514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4A8903-7696-478C-97E0-26D3FE18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14975"/>
            <a:ext cx="742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If the Page is missing, check the Facebook profile and Page permissions.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C460A3-BF31-4FDB-B03B-BEA73E53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platform authorisation and connection support docs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3DD938-1642-4593-B18B-78DD2278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90451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5F1AC-C491-4DEA-9AB2-C2059DFB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0FA5-DB98-410A-B369-D6298925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BF2DD-AFDB-4442-8FE5-8683966F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a87bc00f34e60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22B25-501C-4763-A53C-518E57A2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E4204-40E7-44B9-949C-204F2E87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FACEBOOK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2BE58-AF2D-4A61-8892-E1477DFA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A green badge is not enough. Verify the capability you plan to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BEA6D-73A4-4158-8C23-8D5F84F1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096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38756-A33C-432D-8AF2-A01009C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7816A-2EA0-4B99-9FD8-09342ED5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F042D-8591-4A74-A2EE-C21EFD12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24ACC-7E23-450C-827F-127CBE8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B6213-06FB-46D2-94D3-84FF0C7A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05EDD-2BD2-4034-ACD6-53720FBD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FADD7-C99C-4364-91F0-FA8BF194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Correct Page connected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A0377-DC37-4D45-8627-E6A2AF34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91B66-F863-4131-BE59-89286074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56C96-A1A7-4DEE-9729-B8C29F4F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A3095-3B15-4898-930D-5975F850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C4AD8-FAD2-48D0-8C62-4B6A0C9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Multiple Pages checked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96940-9BB7-4E68-9A2C-E85700A6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384BF-18F3-4B1F-9D88-40F21DA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9CA94-095F-4535-8CEB-EA50BA0E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1453D-4880-4159-B0D1-FA0DB385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Inbox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286E6-7F6B-4B7A-965E-ED1E1611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AC7BE-CAEC-4CCC-A2CF-F27B8E0D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F8671F-6CB9-420A-BE22-89DF5EC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57F313-0851-4E0B-9E09-0B8A2EE3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Messenger enabled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3D328B-B66E-483A-9C51-5D814985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9C3AE-AE9D-4108-B121-3DE4BD74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FC7E1-4E1D-4CA3-B813-03B97366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5422DA-41B8-4262-B4B5-5AA3DE92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6EE3CF-7620-4666-900E-5E87FEC4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 messages checked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ECCBF2-7737-4D2E-A52E-3448E6D0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76F309-B19C-4129-A9F5-6A895CD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F59880-126E-4186-86AF-3C6A9B0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9CDBA0-2B6A-4E8D-AFEC-C814B213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Lead Ads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5174EC-A79F-4F95-B5E8-1D52776D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C21B08-FD8C-4F6D-BC28-0D71B8C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4897DD-5382-408A-A245-2989CE0F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66FCA4-325C-447C-8E22-D1E4D10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Forms mapped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81D100-2465-4B2B-9640-BBFB1827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29DDDD-A8D5-451B-870D-67D94BC3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25EE02-8BD7-4A9A-80C2-E31DD18F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B244B3-9BDC-4417-9DE7-9E843D5D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A046DF-BA58-42FE-8976-E6E97754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Test lead received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1F0D7E-1178-4D7E-ACE5-230D5FC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A63956-F941-4C6A-AC0D-55AE541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Facebook setup verification rules from researched support docs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0C6505-81C1-4740-9597-B06EF60F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3289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841A0-B834-4554-AA5C-85C02348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91755-1E88-4939-8A18-3C30EB8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0B512-E42B-4712-8EBC-79A19731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c39af3a104d06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A4705-E723-4A59-A6DA-77D55812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652A2-FA8C-4C42-8445-923D1C8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INSTAGRAM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69A69-DC15-4931-ABAF-9B2529E9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Instagram must be Business or Creator before it can be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E650B-9676-4BD7-AE39-BB1D489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84D12-46F0-4543-A9E4-5BBF0CBE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B4D38-5DD8-4BC6-9019-D8B7B299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F9479-7EC1-483B-A521-82C3596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00F66-ABFD-4E52-AD4F-058562B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071D3-5023-4480-A617-D09ACE45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Business or Creator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15F19-A372-4041-B0E2-68FBBA03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C35D1-4E0D-49A9-97E1-74A2C18E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CA345-2ECB-45D8-9CD7-28CE5683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B00C2-01BD-4973-8E83-8D488C02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Use Direct Integration for social posting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81668-54C6-44AA-8239-5086C4CF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01B3C-1AE8-4074-BE51-1722992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534B1-F045-4E69-B807-F202B5CC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89FAB-2996-4795-B29A-7E4A9E3A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 link needed for ads or DMs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23233-0A28-47A9-8F14-F583957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62791-E500-4C5E-A052-C99BCE86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8B58C-1368-4F2A-888B-8CBF5E0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60945-AE80-487B-96E6-DD3D9250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Correct Instagram login available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BD16A-5D16-4C96-AB4C-7892556C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Instagram direct and Facebook-linked integration support article, May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8CBC7-4854-4192-889F-7BA71BD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65135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CF3B4B-996D-413C-A17A-40B0DDE0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915D4-0A6B-43D1-AD3B-EB6E8AD6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2AD9A-668B-4FCD-86BF-2542C0D7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1bee9561a4113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6BBA2-9A8E-4F29-A709-E5D646C8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76AB1-FC0A-4472-9C1D-0C5959A4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INSTAGRAM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D34C7-7365-4CCB-B897-2E2E83B8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Posting and inbox workflows use different setup routes.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7F9C4-C2A1-4D2E-85D1-E188C57F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790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7CF6D-9DB5-4EDE-BF92-C22F3C2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717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4CC11-C837-43C0-BB63-66FEFBE0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4790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Route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B2A9E-2482-4441-8828-7219001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00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Social posting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B03C2-7832-455E-8645-564D704C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1945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Connect directly for posts, Stories and Reels where supported.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E9482-F0C4-4BF0-A72B-EBF8E6F3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548A0-A37B-42FA-9906-27D0B267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3385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Marketing &gt; Social 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04BA1-CD7E-43D3-ACF3-4A8DE45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3790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EB6AE-8C2B-4F5B-873C-FFE9CC0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8573E-5F62-4EE5-A2B2-A1314BF4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Route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C014E-1BA0-474B-AA81-C92E4DC6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Ads and DMs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7CDBB-C6B1-4355-85D8-66BB456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the Facebook and Instagram integration when inbox or ads are included.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3E5E4-846A-43A9-9A62-64455854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D7840-C05B-45B6-8AB8-B464B6F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3385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 &gt; 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A2BFB-52A8-44F9-AACE-2E72DB7E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FEBA0-077F-4F95-8A36-8E576AE8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Instagram route mapping from vendor support docs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634CA-01FC-4991-8EAD-5FAFA34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63189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A8CF6-4B07-4E2C-B910-A268925D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381C8-19C5-45C1-9252-6E3E452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10BE5-80C0-4118-B6DD-2C2E590E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bb5dbb40a4a1f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CF3B3-0976-468C-85CD-3980489A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1705-2454-453A-B4BC-98BBED67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INSTAGRAM AUTHORISATION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4F93B-CD40-462E-BC8B-AA4958FE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Direct Instagram Integration is the simplest path for content scheduling.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BD810-029A-42D0-84B9-44AB71C8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8FDE8-CC2A-4C52-A2E5-874ABA8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7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32522-E0DA-4189-B8E4-2A59F6AE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4A781-75CA-4684-933A-6BB8AA9F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4D7E3-56FD-4039-96C5-46799B29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7EF5-CB16-4DC4-9D6A-01D15F48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7E381-E647-4C8E-B983-0A238A85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EFE2A-AFA9-4DF3-808B-AD2B8DC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99A32-A9C9-4C3A-8493-86B26B98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27639-4EA6-48F1-8023-30836604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E614B-DF35-4E81-AE5F-A2157386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43E2B-F579-46B5-8BB6-8631565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6458D-7476-4853-A6F1-C5A4AE17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F7AE4-57FA-4039-B03F-8B861AF8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7CA48-886F-4667-A468-3C3B075C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BBB9B-BF60-413C-AFEB-28C3D3E2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30162-9084-40FC-B335-D2B66AB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88844-C70B-463A-BFFE-4BB2DCFA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672E1D-25FE-44CB-AADB-26D3304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1B238-C68C-4715-B6E4-0365C780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Social Planner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F893E1-B6F8-4841-8106-3D3A51BE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624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CC272E-239E-47AF-90C7-6C8E3093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ABD7B-7809-491E-AA7C-1EEC589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86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Start secure connection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3E512C-B039-4556-8BD6-B374E8DE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877CA-39B5-4D86-AD0C-D9C40D29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DFCF5D-2442-4436-82F7-92F2227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2FF387-A427-4369-8D27-89A84C12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E3A5E4-336F-45B2-A18C-A45909E0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28850"/>
            <a:ext cx="403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Authorise Instagram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6BCD27-B182-4F84-89EB-3ED172A0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03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 permissions before continuing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0A73AF-786C-490F-B905-19F224FF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0BF984-59C5-4AD5-BD97-BF92DE12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81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F90F1B-9737-49DE-A8CB-9D675020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099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F1AC61-965D-4D18-9FB8-F17F17C3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Connect Business or Creator profile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2B7901-C2AD-4802-9C6C-B3CA77BF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908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AE2983-AB24-4035-99B0-B332D725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0F34A4-84E2-4E60-8019-6774CCE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4261EE-2B22-4187-9415-C33B872D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718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BB66A2-E1B7-4B80-99EF-F5ADD80C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Publish eligible content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503FEB-0581-4979-9E49-5A8BF366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528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EFDFE6-7806-4655-8565-385E3304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461366-3C7A-4BD6-BBD7-C5E0FA4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1D93B8-A4C3-410F-A443-EBB5081B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A3DDB0-1BD7-4A59-B7E8-F94C082F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47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View engagement metrics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5EE1D7-B197-4033-A871-F7AB42BF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147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9A8896-87FE-40F2-976B-89B15A0E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910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F440ED-35C2-47FA-889A-90ED63A5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735A03-7CB2-4A6A-B620-6F3D3DD8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957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B692AC-54BB-440F-A6D5-EDF2E7AC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Reconnect if permissions expire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65D4E9-8652-4F76-B76B-B4EAA402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767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46DE2F-A99A-40BA-AC87-FAA2E5A0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910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2A2853-A377-498C-A73A-216B622F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24400"/>
            <a:ext cx="3733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Selected profile: @yourstudio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3C9D41-E915-480F-90EE-170FB756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863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F28F96-BBF2-44F1-BFBA-5CB4DEE6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1085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 access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0888A3-FBF5-4C2B-A682-328B83E1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25D4FC-2433-4839-8E21-6FDE79D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14975"/>
            <a:ext cx="742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Use Facebook-linked setup when the package includes ads, DMs or legacy Meta permissions.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0206DB-BE95-41BC-B21F-F9C67349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platform authorisation and connection support docs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5DFD92-C331-4498-B5A2-2D8BD45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69958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400BC-9011-4988-B2F8-D883493B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78A94-3D97-4427-8935-0FBCF6D2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7AA33-A56F-4CE4-9A15-9EBD0946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ca2baec424d63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B27A-E5A6-48B1-8615-C48312FD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B276A-5412-4885-80A4-D321A3C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INSTAGRAM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CDEB6-5F56-4351-95F4-F575D483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Confirm the profile type, the Page link and the inbox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69712-2F7C-466A-9CB3-15289A29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096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B9E67-CB1A-421E-A4DD-8D823ACB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DB5A4-8EB3-4385-AA79-F09F8D1D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279E0-2471-40E8-AD7C-6515A858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DB7D4-88A5-4EBB-919F-2D819A3C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11BBC-C84E-4906-A8C6-EE328809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031E7-04DA-419B-8C77-B751DD6B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A6BEB-E48D-49E9-90EF-FFEF7CDA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Business or Creator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F85B5-D3C9-4905-A520-83706103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D0E7A-6941-430F-9AC4-E5C772F5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EAC09-C6C5-43E4-B741-C711C050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3C70E-A35A-4B25-B2C4-59C971BC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68BF8-09CC-4AEA-84AD-5A6076B5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Correct handle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D9530-1C2C-42A9-8904-B15436E3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7964F-3B7A-4856-B90B-9D9DF4D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C0734-3D63-47B7-9174-2D4BDF7D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50D55-2F96-459B-BA02-365935DE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Publishing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624F2B-932E-4D33-B3E5-4FCD6A14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E7A80-C4D6-40AF-978D-F9F95CD3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BA87F-201B-464E-96E3-5BCFC91D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0AA55E-3236-42CC-BCFA-2D495DD4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Direct connection active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297F9-B2DD-401E-A295-783C6ADF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F63FE2-1BAF-4E0E-9F7C-78FE54AF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214F88-846C-40A0-80F9-4F4F0CEA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B92BB1-E055-465F-9806-73BC1B76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BCDFC3-925D-42BE-B255-07772FA7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Post types tested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05681-EE45-4100-9A97-747790FD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0DFF0B-50E5-43AB-857C-81D53BF0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38A2A7-DFC4-4FC2-98DD-74FED261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A4371-510D-4ABF-98BB-C81FF917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DMs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113F90-FC0C-4E4D-9C60-D685A335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1C3BB1-4711-4DD2-A777-AB274AC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B6D3E1-8753-4ED5-9912-29003BC7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F6769A-7E8F-4782-92B8-132D7DC0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 linked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F4F30D-2619-43EC-BA6C-7047D43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5C43A6-3A3E-45FB-9A14-40BAE2D3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FD7FBC-6048-4112-9995-FF8E1752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3AD050-A2E2-4916-B69E-C73C8AC1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0F0330-D453-4BB1-B10C-A03A4509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Messages enabled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7E1BF0-81A7-405D-A847-95468B97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CCB575-861E-42C0-9327-2374E51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Instagram setup verification rules from researched support docs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65147A-BAE1-4331-9531-05486134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02513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459467-FDD1-4206-9A9A-14053880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9487B-F1F2-4AB0-B2D4-2C6EA050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B735C-C918-43E2-906E-B3338BF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f9c8c9fff4a6c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320DA-F752-49DA-ABFB-79FE2809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E221E-4AB8-4F45-B039-E6BAEBE0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GOOGLE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921B2-3B11-4730-9BD7-6EA40562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Google Business Profile must be verified and managed by the connecting Google account.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D268A-8087-45AE-897E-3DD70FE3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C2705-D452-4DD0-AA08-30B23AB7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Google Business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3433D-CF5D-46DA-9816-6B97D23F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608A9-F9AA-4A73-9298-8F826849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EF4EC-55DE-41A4-8C53-DBF8F1B3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07293-9DF9-4D00-A03E-5FA646B4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Verified Google Business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53252-91F3-479F-9088-8F2F3442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240D6-EB33-43EA-B0D4-7267251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7828D-0692-43CF-9EA2-98A314A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BAC53-BB4A-4EBD-9C1C-1A16EA8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Owner or Manager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27F49-F176-432F-AF32-AD54AA68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C5327-FF03-44FB-93F3-95791C08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C36F1-0429-40D7-A07A-98FAA526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FD46A-8305-4F38-9E33-857AADC8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Correct location selected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4FAF4-0979-422D-864D-160594B0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0D6E7-F1EE-427A-AC4C-0706082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5F158-0CFB-4A83-87F4-65310EF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18782-B56B-4EDA-A5B3-E2DC145B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Call tracking decision 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114658-60AB-49C9-8DE5-1BEC0049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Google Business Profile integration and Google owner role docs, May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EE95F5-D5F9-4330-9AD0-6BC7F7C1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15718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21707-4E4C-40C5-9ADB-D6CDD6B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3CAFB-D7D4-4DB8-A50B-E18EFB97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E75F5-8E5A-4AC0-BD15-9136200F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00ab440b64994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2B764-8FAD-401C-A995-4F6E1340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E22DE-42AA-4CA3-911E-244D3224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GOOGLE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38CA1-CC97-4A91-82B0-F3FE40CE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Reviews and reputation connect from Settings; GBP posts connect through Social Planner.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2EE03-D3D7-4B2F-BD6E-8BECA803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790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3F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65459-8DE3-495C-9A07-5527D141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717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785E6-20AF-4F90-9062-BFE3875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4790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Route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D7EB8-2F24-4F42-9680-F29FCA6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00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Reviews and reputation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E67DA-68E7-49DA-B523-D94DCF6A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1945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Connect the verified location for review and reputation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E7ADB-6EE6-4E6B-9459-41A39767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FC761-1BEF-45F6-82B3-450DD63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3385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 &gt; Integrations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A983C-3764-4D9A-862A-6B45AB3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3790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29A0B-B37B-4420-A212-2D2D32B2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13EC8-73C3-46A9-83FB-3BF0F1E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Route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00457-9E45-4C86-806D-4452EC37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GBP posts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C550D-998D-45B7-8B39-3A17A2DF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the connected location for Google Business Profile scheduling.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A34F6-3217-4E0B-BF77-1968579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0ABFB-BF60-4941-AF27-B295A76A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3385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Marketing &gt; Social Planner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8B0D1-1271-404D-B494-04175912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5787C-1AE9-488E-92A8-332D6FC1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Google Business Profile route mapping from vendor support docs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C99E3-9881-479C-B9D2-163B79E9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232387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75328-747C-4FBE-8815-D10BD0A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A28BC-B43E-4BB7-BF6B-79731319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CD788-47A3-4F86-BDCB-756E4D2C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134f077094e6b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0D1C7-CD89-44BF-A790-7DB8F24A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60AC6-09FA-4A13-A69D-9A2B694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GOOGLE AUTHORISATION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1CB79-9969-4F6D-81D8-B44771BB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Select the exact location, then confirm call tracking.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7B7FC-2A1C-4393-9A0B-9D776027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A9910-F39D-413A-83E7-A11991E0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7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8B336-2317-4D4E-9286-FC683F1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76875-B085-4D66-AC62-4E8CF65F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508F9-7749-4AFA-8024-9944DCC8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974A6-7905-4927-9ED2-A49720D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F17B6-FCA6-4415-9D8D-AE3DDFA0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685D6-9578-45F9-8354-A51B3F3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89D3C-9DF2-4C99-940A-38434530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F685B-54B5-4F51-97DD-971E046B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52507-753E-40FF-B0A1-077C65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DE3EC-EFF6-4808-A3D4-75B8A896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BE2B3-4656-4871-B6E2-63CA1497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65378-6AB1-4D20-8E00-5B61A64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0FD3F-971A-42FF-AFD2-A02B44C0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B0A10-90DE-4FF6-A7BD-2BD06D26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3EA7A-BE39-4277-B190-145204D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7601B-B55E-47FC-A9E1-4100CAB8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8B739-C0FA-497F-9E1E-B50F2488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03F12E-FD3D-4982-88F5-19E11B4C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A71950-9D20-400D-BCC8-D81A9574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624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56173-F3FF-449E-99EF-90FB9677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 Business 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9AA599-55D6-4FA8-B5FB-40CDD31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86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Start secure connection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A290B1-EF55-463B-832E-536CE2AA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743BD1-E6B2-4F2A-AB20-864FD381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66D940-D15D-47F8-82E9-62DBF3E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DA153B-7554-4028-9C30-D93A76B6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6638C-49A1-429D-BE37-E7B81520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28850"/>
            <a:ext cx="403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Authorise Google Business Profile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6D73E-87D6-47DD-A09C-95E54CBD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03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 permissions before continuing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83F116-238D-47EF-8469-D7F210AC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2F5730-4848-4A22-85CF-AC0B50FE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81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2E0B7E-1467-4C5D-BBC1-CFD08479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099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E0C878-90C6-4578-B0F5-DE9BC60E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Access verified GBP locations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9BC0E5-BC14-4238-B60E-4067A09C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908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D17C47-7629-4534-A30E-1CC680C1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9D7F25-B2CC-40B2-8FED-4EAEA0E0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CD211C-D951-4499-813C-06995CF2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718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5FDAB1-891A-4B43-8EBE-CD99372E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Read and respond to reviews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4A0120-65C5-4E7D-9CEE-0976E2C5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528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496373-34FF-4EA0-B8CC-B8806C10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BC367D-75BC-47E4-BA0E-78E18803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6875CF-DDF0-4CA1-8DFB-B73DC36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BBF2EA-BF91-4BCE-9AD1-E0CDE172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47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Manage eligible GBP posts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31CC54-731F-4F01-8719-1DC91EF4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147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927E8B-387A-4888-8758-6AEC1E64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910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8FDFC4-F867-430F-92D9-7097A1AB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55CDFA-A143-4156-9647-96AC4CE1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957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818B8E-4A6B-4D28-A4F8-03DDF37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Refresh profile data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F2E967-B1CF-4132-AA37-41AF32B0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767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CFDD77-3BD5-4330-9DCF-BDE1938D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910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DD3C3F-9AFD-4957-9A49-48D7E540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24400"/>
            <a:ext cx="3733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Selected location: Your Studio, Suburb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72C370-1093-474C-888F-21D2FF5A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863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98855C-87CD-4458-ABC9-AC72A70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1085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 access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FDCB7F-89A5-4805-B8BF-8691AC33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DA5CAC-1912-4BC1-AB8D-92D5C796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14975"/>
            <a:ext cx="742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Native Google Business Profile chat was deprecated in 2024. Use connected messaging channels where configured.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DCA728-4CF2-4DA0-89E5-82120F91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platform authorisation and connection support docs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08526D-3BF6-4A15-89BC-00B29F31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679304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93C1B2-EE14-433F-9955-F45B7FD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E755A-113A-4A09-B2B7-B5FA1EFA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1DE7A-41D1-4331-AA8D-31DB3A33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52c4b28394ab4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F5165-5D36-423D-9408-381B71D6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50B11-7FFA-4A99-ACEF-8217D52D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GOOGLE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49A5E-5795-49DC-A42B-93B145D9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Check review sync separately from posting availability.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B4348-0C29-478F-93E6-C1379DE4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096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0229A-AA53-4EFA-8025-753B4E3A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65AA3-BA93-460F-84A8-CC328472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5A67A-3201-4E40-AF4C-93BF79BA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0039C-CF86-49AB-AD6B-763BF37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0BC3C-7535-47E4-8169-3E7A4AD8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CC99D-583F-48DE-8605-1EA6FB99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D3149-37E1-4D40-BD77-5E3EB8B4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Correct GBP connected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E2498-2F28-4888-BB0D-E175ADE1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634BF-F477-4453-84A6-B468367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4FA33-3FF7-4026-AA94-D8A01A86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D6BE8-FD42-4363-945D-83F5076F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5FBF6-F480-4730-9238-F9B21E16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Owner or Manager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1AA38-1C47-4EAF-9B2C-8FACF3C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46C38-22E3-4BB8-BDDE-7DB2F38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8347A-7C01-4999-A62C-D09F8B0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A4EA0-CB1E-4B03-ACEA-FDAE4EA7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76294-C95A-4B70-B5D9-40BF651F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FA2C1-AE4D-4A08-A470-D0669B30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EBE9E-2DBF-4CA3-9624-596CB2A8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C6D1CC-617D-4387-973C-0936758E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Reviews visible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F2B6C-F0C8-4EF0-96F6-A4AA3780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8F0F24-D13E-4D53-AED3-88E663DA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B3ADF-BAF4-4AF7-A725-EE2CD723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4D5C8C-ADA0-479A-AA4C-077E197A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3F414E-09B7-4BF5-A180-CD6D02F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Reply path checked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867CC2-1E60-43B1-AAE8-0028E94E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9D4B53-21B6-4A66-88D7-91698756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BFF3AC-5474-4DB5-8637-C216431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F6542C-32C3-4507-819B-050CF5A9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Posting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3BADE-A851-4709-9BBB-4EFA1F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DCDA02-574D-490A-B3E9-2A1B6FE2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72A8FC-6D2C-4A4F-8046-03B69C96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1F57B4-067C-411F-A165-0521CAB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GBP in Social Planner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FF9894-41FE-41F9-B47B-D602E0A9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9A8009-D52A-48D0-B9E7-5CC38A81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7D9EF3-8EE5-4DC0-848A-D7DB3B85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DBE6FF-A3D1-4DBD-AE41-08148AE4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3BCE98-2C8C-486A-A5C1-78BFE4C3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Post type available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DF600A-AE7E-415D-9C50-4A5DBF23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787B53-F93E-413F-9A82-5C5E7446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Google Business Profile setup verification rules from researched support docs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86EBB9-65B8-466C-A4B8-1AD8243C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2440294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4C32E-D12D-4748-B275-A7AB9AE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13554-DB70-4662-A07D-D3F503A1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22305-B4A9-4D07-A600-AEA6504E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a23c436e045c3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DA1F4-7134-411A-AD43-D9E6D0E8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0D54D-59B7-4A22-B24A-D1117213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TIKTOK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B8E12-3B2F-4343-8F13-B3447269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TikTok has three setup jobs: posting, lead ads and DM or comment automation.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ED125-EB08-40CE-8EAC-CA4302F2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0B561-8062-4FE2-B215-FADB742C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64E52-3AE7-456E-A14B-312869AD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562BE-0442-4D82-9504-51DEE842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23BA6-37FF-4396-8E27-CD8AAE82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DE935-B286-429A-A484-10D0E4CF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 login for posting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C035C-3D89-40D8-BD20-E5E56AC5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DF4AB-CC4F-4126-BE42-03B7DED7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23830-0C85-43C6-A41E-77EB01D9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BFAF7-631E-45EA-8A9A-3A6A974A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Business Profile for comment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93BA6-FEB5-47A7-9DA4-49D3AAE9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32188-1215-4941-B084-E611AE00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F327C-09D3-40BB-B5AC-F793D430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8858B-E0D6-4870-98EC-DFD72D5C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Advertiser account for lead 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3E386-907D-481A-8CB6-26DFE4F2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65657-B783-48AA-B858-D07D9F3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520B7-6C0A-4500-A779-EF05FE61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C849D-86E7-440D-B352-ABED1E59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At least one Instant Form for lead sync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2F0BB-7F16-49E5-8F1F-6D263AE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TikTok Social Planner, Lead Ads and DM automation docs, May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4DB1B-A317-4CAA-9A8E-2EB3A158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7144994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9CE0C-65A0-4DDF-9B84-4CA198F5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3EB3A-C221-41E3-B517-6E7F2D10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1CE77-3D21-4B36-984C-B8775330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7741e05564369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9B825-85B7-470E-A18A-82D616C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EBAF6-F2B0-4FCF-9F79-DDB0C8BF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TIKTOK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5F008-9489-4040-8AD9-7C9EC13B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Posting starts in Social Planner; lead ads and automations start in Integrations.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F1B6A-E944-4FA9-8B23-14CB99CE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790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4F937-3C06-4227-9267-5CFC504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717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BEC1B-F52B-43C2-9023-972633ED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4790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Route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1B71F-3570-44A5-8154-82FF0451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00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Posting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466E5-0254-4830-8BCB-A0B090D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1945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Connect personal or business TikTok profiles for Social Planner publishing.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426C9-7F4F-4C9B-9F45-5E5390A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1D178-DB29-46EC-B616-23382E43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3385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Marketing &gt; Social 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5F942-8BA8-4C7B-A732-7B1ECC96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3790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927D7-90F6-4282-A981-DE4EB6C3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5ED6B-9959-449D-AA60-AEA81C0C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Route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C7D54-DEB5-4BB0-8B45-5D20F663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Lead ads and automations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FBE03-F36B-4DB4-A2E0-A7F1C6C0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Connect TikTok Business Account and map forms for lead capture.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17CE8-19A0-44CC-A256-09BD6987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A54BC-108B-4B32-8B23-645E76AC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3385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 &gt; 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52247-7D19-46B9-802B-41DB0504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83F22-0A56-4885-9721-B46C20AC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TikTok route mapping from vendor support docs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7CCFC-5420-48B2-B80B-0EB45605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7121226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5B323-A035-489F-976E-F6E0DBA9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C808C-E31F-4070-8129-4DB9A650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6EC68-8E53-4FF2-95E5-05641F9F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9f12056834148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AD6E6-20D6-4251-A546-270A1C99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8196F-BE67-4755-A8F6-E324C95C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TIKTOK AUTHORISATION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FF829-E160-493A-8A85-6B73EBF1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Lead ads require advertiser selection and form mapping.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D2987-CA6D-4927-BA3A-6A9DAB43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D9E46-9E47-4F31-9FE9-A745685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7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B59B0-E2CD-4F9A-8633-640C9B55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DF8F2-AEC3-4E88-98FC-1389A8ED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BA7BB-66FC-4E8D-8FFD-ED9090CE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D0E60-63EB-404D-9A38-8B042EBB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51AE4-277F-45C6-BF82-78D465C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E90DB-4D2A-46DD-9C10-092388FF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D229C-37EF-4725-9E48-DEDA9305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3E1AA-5BB1-4977-AF17-2D8F8DE7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1D740-0AC5-49A2-89FB-E8777EB6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2E7DE-AC09-47B8-A8C6-8549F564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19B21-91EC-4236-BE08-2C403E00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1ECE2-1A94-4C1A-97C3-75986769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F1760-2780-4620-A4AC-47613F0A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0B593-5255-4E08-9064-07645B7B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1CDFE-99E4-4D69-8B8C-DCE3C50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BA43E-EF16-4EC1-B4FD-C0AAAB13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9E5C8-36FA-43C1-826A-058B643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0A1322-D3E9-4D45-A785-82874036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2467C8-5FA0-4A70-96F0-AC718048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624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496316-67D4-46E7-B0C2-417BD71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137F42-FD23-427F-8129-D989A87D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86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Start secure connection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E064B-2AB0-4115-A1C2-B4E2D04F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26FE6-8BFF-4BD6-A27B-575E2D47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A0AB43-24EE-41F7-AD34-DCA6459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834484-22DB-4C03-BD1D-F8DE66C4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033079-896A-4F6F-88C2-1734BC45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28850"/>
            <a:ext cx="403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Authorise TikTok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E6B67E-EE3A-4F5E-B2C3-5A90D2E6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03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 permissions before continuing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D05A67-1A7C-445A-B15A-DDDF7833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F6DC50-F817-446A-BC77-2EEAEBE0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81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3B6345-783F-4DD4-8AC3-AE7ED9EC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099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68627C-EABC-43B9-8688-BC6D92A4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Authorise TikTok Business Account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477755-E397-4F6A-B36E-779F6C8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908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C424BF-CC1D-45ED-89E7-992D9091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031615-BCEE-41DE-B0EC-FC16971F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11F714-F0AF-4271-A378-A8F616C3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718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3F11B5-EBE4-4269-981D-516FDFFB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Select advertiser account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FD848F-06F5-4275-9762-C635815C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528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886B2B-80BB-4E81-999C-ACB21FF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B11F79-296E-4246-BE7D-15EEF266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C3D51E-EDF4-41C4-8C9F-23CB47D6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8C51CB-BB1F-49A4-A60D-7CBE87CB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47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Map Instant Form fields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8DCA16-87CF-483F-BF55-C7D91536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147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0E7C3E-5067-49BD-ACFE-2C908DA6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910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66762B-270E-4EE9-BCF8-3EDD7E34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B5F777-1BB5-483F-B9C1-E6655459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957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AF49DE-0D95-4CEC-B9DC-7E94845D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Test lead submission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231D5E-35CB-4BF1-BBC6-BC84A67A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767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326EEE-2EC1-4F5F-8A59-16095252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910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E04B75-0136-41FC-866A-889D881D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24400"/>
            <a:ext cx="3733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Selected advertiser: Your Studio Ads Account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34DB62-34A2-4A6D-A7EB-DC4C0600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863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FF9C54-6F74-4501-BA9B-ED2A63E6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1085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 access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10D6CD-8AE8-406D-BE70-7C4F39BD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49A580-BAC2-447B-973E-EF185F25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14975"/>
            <a:ext cx="742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If no forms appear, create an Instant Form in TikTok Ads Manager first.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14602E-4D35-40EA-BA30-6A30EC6B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platform authorisation and connection support docs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C42680-7068-40A5-BCC7-DEEED391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2886543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E0556-87ED-45ED-95B9-8B4430E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ADBE3-00F9-4CB9-839F-15A40090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52859-0419-4EF9-9BB0-E3B1D3BF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cb0232b514d21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0F852-98AD-44ED-A5A8-079CC235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9DD5A-CBDE-4807-B8CE-B49C78DC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TIKTOK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D3B20-31FA-4D32-8D88-77D800DD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Test the workflow that matches the Growth package.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D24A9-2FDB-4D2F-8318-0E6616A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096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002C8-A57A-4104-B87C-91A94975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FF375-BEC5-47D1-8FB0-5E80E4E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70794-05B7-4975-8306-B4617BA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Posting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E27D6-7AD5-4434-BE11-08628071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6ED58-3230-46AA-8ED9-8BEC15D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241C7-D70B-40EB-9DF0-54265B5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4AD20-3823-4229-B3FF-304AE201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 profile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15BED-BEBB-432B-B900-165047C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394B5-682F-4FAD-A4C0-5C53009F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D2F2A-725D-4FC7-BF38-8BDC1307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0385B-64DC-4FA7-A60D-DEFE6CE2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8AACD-8658-4805-9D2A-380DBCEC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Test draft created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E8327-FE98-4671-8E56-DC4C0F74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EF57E-B235-4208-853A-E9299607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15EDA-CD03-4CC5-9528-D8583730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4B499-4D24-4EEB-97C8-41C337C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Lead Ads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71957-6292-403A-B1DF-08E34B70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85E58D-1468-4640-B9A4-42D4EA4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3AC28-1E14-4B2B-8B2D-44AC327A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CF0EA-CE25-4DA4-A4AC-FC4A6145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Advertiser selected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C920D9-F124-4487-AA56-5BA9334D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CD989-9152-44CF-8990-9379149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EF4DA2-302D-47F0-9319-76FBE870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9284D-811F-41C9-8272-CD893E0D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312A1A-8D00-48CA-BC3C-ABD3C7A9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Form mapping saved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0D3D89-625C-4702-8916-902816C3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F4F3BC-0A15-4D5C-AD95-E3EEE589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D7DF4E-8CEC-43EF-9C2B-DEF69552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E445F8-AD03-47E8-80EB-AEB66969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Automations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BA0581-A448-4206-84EA-92E5FC0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F4E8D6-AF2E-4F56-B8DA-53C88B8E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528AE7-252A-46F2-9E08-3CF40AAE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34C222-44B4-4CBC-9E47-C3FF8FA3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Account available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1D92D1-8226-43C7-9F10-D8808185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4A3097-C114-4F4D-B630-B5BC2D50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81EF7E-AAE0-4D3D-B815-6133247D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5D5D6A-FCC2-4146-B811-4BE03932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E96421-8354-49BF-BB67-9648999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Trigger tested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7A82CB-B907-4CA0-B36D-BE424836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734FF1-1C67-4BA3-8F0F-482D668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TikTok setup verification rules from researched support docs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30D1FC-CD58-491A-9068-5B6F54D7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7724665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C8984B-DDAF-43C7-8A1E-4FFD6678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7F4FC-717E-49FA-8B94-8BC09A5C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D6A09-DC31-4D20-8E99-D4C7AF56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eb7cdf2124990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351BE-5E0F-4229-B2AE-A3272CC6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03866-2F7C-4A14-9B42-63FDD5E3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YOUTUBE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49D83-C719-4632-A42F-38F8FCD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YouTube must be connected by the channel primary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BDAA3-D8A0-4C25-9888-9392DFA5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84EC9-5D92-45B6-A832-213F41A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E3F76-8FAB-4F5D-9934-5B2D21CF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DDFE6-1636-4B01-91A7-B42D180C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6CBAB-0A9F-46AF-A17D-3C44853D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B5EC6-98A2-47DC-9CAA-C705DE77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Public channel URL captured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BC665-7A00-41A3-8C14-7820700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6C7CF-1B3E-4A6B-9E7D-2D691274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52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74BD4-C7DD-4ADF-840C-FD84DE80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CABB9-861D-4127-8A45-796703A9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Primary owner available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0CEA3-8EFF-43AC-9E07-4C8D3C8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C0CDE-7C4C-46E4-9190-4363C5E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63BBC-F63B-4F15-9A31-3E62B0AF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F060D-7B9D-454D-9EEA-6F2F2A42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Correct Google account selected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84D9E-F94C-4810-9805-8EBDBE95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305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A2EC8F-1395-4C65-A279-60220DAD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9E607-9E02-4DEE-83BD-D88CEED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29A94-F6C5-4E8B-8141-85B2939C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Only needed when publishing is included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F08FA-037A-41C4-8A42-8DE057D8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YouTube scheduling and Google channel permissions docs, May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6B8F4-8BF1-470F-8C38-3343E527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9938015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D6A8D2-C286-4197-A3F4-B72F13D7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5F3B0-3132-4A1C-96C7-0EFAC788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B15E8-2ACD-4FEE-8E91-70B56616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21783609c47ba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E0A3D-DD18-4816-929C-2C479445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C2AD8-F2DD-485E-ACDB-137C57DD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YOUTUBE CLICK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D071C-96E9-445F-80EE-A68327C4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Connect YouTube only when StudioLAB Growth will publish videos or Shorts.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A61EB-1B1D-4792-9B2F-AAA4060A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74866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762EF-960D-4A62-8617-6E9F280C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748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7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371B9-8223-48D3-8666-0CBFC0D1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95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89EDA-D481-439F-9A34-C6D12A37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95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75F69-C931-4961-9DC1-CA68587B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95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8F441-7ED7-4802-9142-6B0F1708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66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8214F-8582-4217-BF49-890E81B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428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4D84F-658F-4BF9-AEAA-FEF7563C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0A090-8C9A-468E-A97B-5F47FDB9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9D30B-5D4E-43C6-9E81-6CD035D2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5323F-7DC1-432A-9136-32487AB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BFDDA-4606-4D82-9F5D-86D67AC8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4931F-599B-44F1-816B-723B090A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3EAC0-112A-47CE-9549-4DCC4D84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C46B2-D8FF-48C5-91AA-B4835591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FBF1B-62E7-4A70-B793-53A8F274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DC6B1-3A00-4F61-8A93-64491D6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B7227-83B5-4FA3-8071-340ED3E6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035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Social 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D6079-738F-41E3-BFD1-E217F777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DF906-0DEB-4719-8C24-9F60CCF0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1945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Social Planner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010DD-4560-4C15-B544-08E5A9B5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71151-CCD6-4A4C-8A93-209447F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719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195A0D-5EE2-4A0D-AE46-75AB600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Posts and Page content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15B12-7A8A-422A-AD01-E16EFEE1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48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1E4EA-E3AC-407F-B400-025131E1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9572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ACCAB3-34D0-4247-B396-B3975ED1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032188-8861-4AC8-A1D5-74DB7D3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335848-3F72-4057-8EB3-C85F5EB1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624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Posts, Reels, Stories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08BBE0-6BD8-4CB8-9614-926D4B89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C785F-83F1-48F7-A2F9-7264575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9572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C7F238-AD40-4F84-A7FD-7D667EFF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339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C427A-DE5B-4838-968D-0E11AD46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672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C7E4BC-4D90-479E-B9C0-0E91F6C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57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Video posting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254061-C098-4093-B251-6A995CA2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434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1B0155-2CBF-43F1-879D-4D322E1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910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6DFED3-8A3B-4B81-9516-A2C1D9C6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94CC36-6BB6-4381-B246-353D5731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672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50A961-E4C3-43D6-95D0-DE98ED96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Videos and Shorts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5ED209-D5CB-4990-8912-0EDD4F0B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1E79BB-DD37-4F18-8B0C-2CFC1BE7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910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83514E-28C3-432C-B349-9757BA76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000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9525">
            <a:solidFill>
              <a:srgbClr val="E8197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B8AC4E-E763-4BBB-8099-7420C9F1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Click target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8D652C-FF4E-4D7F-AADE-5119D29B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813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770FFF-6F92-4711-9EA7-26D5374E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1371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The owner signs in from their browser. StudioLAB does not see the password.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D9FC33-167B-4AB9-8ED0-7A733B4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YouTube scheduling in Social Planner support article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7DE159-5206-4C45-8CB9-53146B5B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0572227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975B3D-7649-4F93-86CE-A95615E6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3156F-4955-4BD7-ACDC-8AC38026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C61A8-C01B-4641-B0CF-F05BC35C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8093744ec4c5c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34FCD-5BBD-4A39-8649-4E86DF6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EEC87-1C29-4708-9562-CFD0F33E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YOUTUBE AUTHORISATION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7863A-FD2B-47A9-8249-86411E61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Manager access cannot authorise third-party publishing.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2617B-1923-42C3-9F70-E9FDBBCE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80F86-9699-4964-806E-EE08C0D9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7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1E639-1BC0-46DD-ADAD-CDE93FD1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881EC-0804-4FE5-9F96-5B022FF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EC7C1-B753-4184-8FAB-25C5C153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E52D1-5A40-4AE1-A600-6CE71C85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18BA9-DE32-475F-BC2A-C70891A9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E0C61-E728-4A50-BBEB-40E77736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9D700-E5F7-4609-BE03-8AF0CB04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155E6-C02D-45BF-99E1-36DB1387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0AB13-94BD-4A5D-959B-B0E9C9E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68CBB-CCCD-4E65-96D2-7C4A283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BA091-8B20-49A4-B022-C95A374A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A7916-7F81-4A97-838A-639BBAE9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2C5FD-F6EC-4FB1-9990-F8CF87D9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F541F-4AC2-4F88-AB14-B369A35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430DE-97DB-4BB5-9F8C-3BBD776E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9F4A5-A6F2-4C7E-890D-C5FDD18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5D3AC-AE3E-4064-BAE5-7BA45E79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93E71-5D6F-4DB1-8195-56A55608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Social Planner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AE1E6-02A2-45CF-BB16-92FE6E9B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624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D96B53-1C7B-4732-802F-B673AE8D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03CC4F-749C-478D-8AF9-C20CD58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86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Start secure connection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EB4B14-D938-48B1-A2A2-746AF9DE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77D253-05C4-4AD1-A7A2-F355F58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62145F-3630-4CAD-8F5F-924B23B8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380D5-9CE5-4DF1-8B77-8D52C934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B6DF59-45C8-4B66-BED3-6D3B1132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28850"/>
            <a:ext cx="403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Authorise YouTube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2B79E-8448-4BCE-A89B-033B837D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03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 permissions before continuing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E2EE76-D522-431B-BAB4-1B0DE3B2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167EB6-8027-4284-8B57-BEA8A83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81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7401D-842D-4CC4-9351-73901DDD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099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DE49E0-B40E-4282-B6D2-111C5157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Sign in as primary owner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E151F9-1BE2-4BDA-A280-ACF64F0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908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5EC7F2-69B9-43C7-9E0A-44C84971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F9F609-9C68-40D5-A6A2-6B652E28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87722B-4BE6-4C7A-88F2-1FB460CA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718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F48063-A901-4D88-9487-F01AA17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Select the correct channel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F5E69-B208-44A4-B182-45B6CE7D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528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997393-F490-47CC-92D0-E6910E27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9138EC-52EE-4B26-8AD9-4794E90E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1D8E05-5135-45A5-B7E2-1EB63392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79155F-7C77-440B-9297-E479A5C8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477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Approve publishing permissions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F6DCED-ECC1-44C4-9A8C-AE59945A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1477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9E2F37-B4DB-4F64-B580-E6AA3B1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91000"/>
            <a:ext cx="403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79A2D6-FB07-4F45-8431-A9DF646A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944ED4-F43F-46F1-903D-12A15DB7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95775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4E4875-6CB2-4D2E-A4A8-B80095DE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3105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Confirm channel appears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DD2882-BFDC-4F34-8268-A32A6E9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767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1F39F1-1DF7-4BFA-B9E3-AB0E038F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910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D086A2-63E8-4564-82E8-84E98EC7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24400"/>
            <a:ext cx="3733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Selected channel: Your Studio Channel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F0E753-24B5-40F0-B078-467FD8C8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863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2C30C1-8636-4F18-9C44-0E66FC04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1085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 access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90A76D-C695-49C1-BE11-9031B5BA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284C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09A83D-1A56-464E-AF63-7A32A38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14975"/>
            <a:ext cx="742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If the channel does not appear, the owner is probably logged into the wrong Google account.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090D84-DD5D-4C97-ADB6-890370E5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platform authorisation and connection support docs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BCB311-26E2-4B5B-AC1E-624DB15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448108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083E7-8865-41B2-B6AB-8876C980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9301C-BCF8-4BB9-9BC9-192C6DAC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91613-2DDD-414A-8256-0EC86E47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76f4f536d43d6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02893-6881-49F7-8CC2-8F91E3D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DEE37-6B36-4E64-8ECE-CE0A16FA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YOUTUBE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C4B1A-66DF-4A2F-8E24-3347D04D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Confirm the channel appears before scheduling anything.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25076-C487-4053-A202-E9469BC5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096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ED6AC-6153-4011-A654-3B865127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B53DA-F8FF-4EFF-B095-E3852738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5F416-EE85-4509-8DA1-31F9064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B310A-4492-4DE6-B94B-E8180FCF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086AD-6837-4481-96B6-41C9615C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72DCD-C84E-459C-8348-369CD4CE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58E24-F717-4F4D-8A93-8B808ED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Primary owner connected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34083-EDAF-4932-8FAE-41F313B5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BBDAA-8A86-46C4-9CBA-EB210144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A44A6-834A-4C55-B946-EEE98D1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F7452-8241-4CB8-876C-68BB7DE7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2CBA6-DA3B-4D84-985A-3825151B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Manager-only avoided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8501A-63C1-46E3-B75C-E16EBE4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DB2DD-CB15-4427-9638-126B76F0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41B5E-03D6-4354-85FF-F7A3D9BE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6FCAA-1D5E-4D66-9071-4845B47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54E27-CE8B-4C75-A917-06571212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71E29-69C0-4CF4-924F-996D4EE4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57607-390F-433D-99E1-5325F56C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F4360C-B4D2-4FFC-AE7A-DF5FAD5A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Correct channel visible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CB1C3-E79F-406E-BE0B-19A558D5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71342-EEDC-4327-8D2A-AACC4F9C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867C4-54B1-431D-A015-102EDEEE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592A36-E42E-47B1-AC22-1DEAF158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1A1B35-3AA0-4B32-92AC-EAC23654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Token active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9E94DE-9703-4586-8F19-4C427ACE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208B7D-27B5-4BB1-A64B-74BB94C9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2CBB35-2C4E-4314-88D8-3D333039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74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AA7028-1558-46BB-A1DC-CD65F53C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Publishing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EB266F-B36D-4195-ACA7-B845DBD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AFDF4E-6E4A-476C-B0D0-37B1D5E2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546C60-A19E-4A49-962D-B2E10712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AA1CB6-5BB6-467B-BB2C-45529B4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Video option tested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0A9FBA-B9C7-48D9-B2E8-9CA2E43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94FF31-3708-4008-939B-BE15D36F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BDFBB1-40D8-4EF5-84F0-B81D90F0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A06BD0-DEB5-4138-A8AA-518D3835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5845AB-FA5B-48FD-AA67-401D983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Shorts option checked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02DA46-8F54-4B4C-9664-4C63A22C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54148E-6F71-4B8A-ADC0-B92679BC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Source: YouTube setup verification rules from researched support docs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189CC4-4DF8-4AFA-A597-1B8371CF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4677672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67D5EF-7F9F-4DF0-B8E3-C2C5A06B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D5935-5684-445D-91B2-146336B7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883C-9E1C-4E04-B32B-EAEC493D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b92d651854145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193B4-5320-41DD-A3AA-4BCF48F1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33F13-DB4D-4B38-85E8-2DB45BD8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HANDOFF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A69C9-1872-4A60-9FA8-827B23A6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Verify the intended workflow, not just the connected badge.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C35D9-5568-4C1B-9475-FD997CA1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06680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A36D3-EB53-4945-92DC-958959F3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414588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DDA81-1F5D-44DA-8D46-94D7885A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0716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68F8E-6675-40A4-AD25-19A766E0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8049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Meta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6CA65-47D5-4148-A777-D426674B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6B5A8-1593-46A8-A965-5F3DAC60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43F01-A2FA-4617-94DF-99E29CBE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FB19E-C26D-40F8-8B28-14D2FE68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Page connected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F3DBF-4A2F-4593-AA4F-09C28E41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3162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EA3E7-4315-4101-A058-494EA77D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52651-634D-4DB4-B5EC-92A5409B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917DD-A4FF-4DBF-BA2F-03E15D3E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D2778-DAD3-4F81-8EE4-093F58BF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576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IG linked if 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1D79F-8439-4490-A1E3-9BA292E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3657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D0AB5-DF29-48D1-BA9F-6BC8C3B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AEA61-326E-49EA-A2BA-B1905C65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B011B-9B17-40D5-AAD2-6A32392B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B9C17-8613-46A7-A580-4378D869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Lead forms mapped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364CE2-CA96-4838-85E1-0342F37B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41529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31ABA-F654-4808-B7A4-7FD30546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6C3DE-0255-4AE6-8385-2BBBB098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45ACF-69EB-4B4C-9E32-C8C4740B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EF0EE-A715-4E0F-9540-AC0C15E8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Messenger enabled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B3F521-DB38-4557-BDD4-1DBC87BD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46482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7713BA-4DE0-4CC0-AD54-2F488858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400300"/>
            <a:ext cx="2414588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870E2-711E-43C7-9EA2-A98F268A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571750"/>
            <a:ext cx="20716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5835D2-7DA1-42C7-8B29-85E957C1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647950"/>
            <a:ext cx="18049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Google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AE95CC-2700-4630-82F6-5E6ACCE2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0289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D5B475-40F7-4A0F-B240-2E867039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162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866203-C033-44A9-8222-0995AE7A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2004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D58008-07DC-4BB3-ADDA-83CDE4E0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31623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GBP location connected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548DB4-5075-47F1-9270-87B3A759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62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F3ED6E-6C23-4145-85D0-DC79A9E8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5242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79D25A-0EAE-445F-9C71-585C1B74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657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B2E733-B154-49FB-9B0A-C09EACF5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6957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88527F-9044-47F3-A7EC-60EB71B1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36576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Reviews visible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3C7EF5-1CCC-4A14-BD98-19A5F85F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57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D129A3-3974-433A-B6B9-173DB8A7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40195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ADA848-BB17-49AF-A939-AFF2792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168505-3784-4EBE-B138-FF32BDE4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1910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3454A0-AC72-4DA2-B86A-790BD94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529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Call tracking decision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9FDD4D-D4CA-40F0-97BC-93CBD1C7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1529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88635E-9A70-47EF-9C01-59508E8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45148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587FE4-A0CF-488C-B064-F09A69F5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7A46F4-27E8-410B-88E3-98D0B419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6863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315346-6B29-467D-AEC1-098C54A9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6482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GBP posts checked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020EFC-95A0-4ECB-A1BC-2EEA1880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6482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41C57F-738C-4F68-9CBD-E1E1BD5A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00300"/>
            <a:ext cx="2414588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C534FA-5971-4FDA-8D77-355541D1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0716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390D66-37C5-43AB-BDE3-CACA478C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18049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E0D531-1687-46AE-9FE7-0D749C0B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289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A3C385-0FC5-4479-ABE9-EA07808D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62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F83253-81C3-42DC-9ABA-9D3689FA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004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40FCBB-5A42-4B47-9299-ADDA426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623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Profile connected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586A0F-BF48-4730-90CA-ED063A1A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3162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BB8932-FB5F-4732-9BC0-D7D5D215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242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DC7E4A-2AA6-4A73-9004-0668CD6D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57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766323-B3CF-4286-BD1B-D118E96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957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897D08-6DCD-443B-B0E5-EC37825A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576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Advertiser selected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948897-461B-42A0-AD45-C898284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3657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1F41DE-4FDC-46F9-A127-7966D41F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195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E97CC6-8CD7-429D-92B6-AA48073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42F60E-085A-48EE-AE7B-A4783AB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910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EEC4DD-3F00-4A1B-9383-CC8EF904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529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Forms mapped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E1EAFC-167F-4D03-8B9F-870948F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41529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6A0EFB-63FB-4106-B02E-DF0865A0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148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89A6F13-8052-41EB-A00C-8E7F196F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A963C80-13B6-436E-83BF-AD438E9B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863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3F72F1-FA5F-4D4D-8A90-A66AC59C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482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Trigger tested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F2CB8E-94BA-4AC1-A665-8BC5C075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46482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198B2F-43BE-49D1-BEAA-9593C250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2400300"/>
            <a:ext cx="2414588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52A8B5-F734-4958-88BD-96C76D85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2571750"/>
            <a:ext cx="20716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F5C17F-3606-4044-8193-F9B03766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2647950"/>
            <a:ext cx="18049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FD1E9E-6CD1-46FA-8044-3DE15A47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0289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1C300DC-9D99-4815-A005-8DD967F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62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97A279-54CD-49C4-B411-9A59314F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2004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78BC279-59C7-4D46-8D0A-B90C331B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1623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Primary owner used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7FE7D2-AC1D-4A05-9EC4-01F0C1EC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62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66DB316-BC59-4431-8021-4A5D6EF0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5242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D79918-3258-4A6B-A0A9-974DF3D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657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650FBE2-1F95-4074-9497-78283445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6957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EDE09A0-F2DD-46D1-BC44-FAE99F7F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6576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Channel visible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2EBC560-7139-4F0A-9A9B-E265EA6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57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8ADE99-9043-47C2-9FAD-1DACB27A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40195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C67F3F5-CD3C-4E47-8A86-DAC91877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6A7FB39-DFA3-4C19-B689-24F7FF0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1910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3D9CFC-8A54-4DBE-A0B2-6A57EEE8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41529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Publishing tested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AA996F4-78FE-4002-B38C-588CC3CE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529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2AF7C99-2881-4D28-A87B-0E6304CB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4514850"/>
            <a:ext cx="20716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CA6034D-6FA4-45B0-8A89-62CFB591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0F7A7D8-C630-4EF0-83BD-EED4141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6863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F262A73-3FCD-4799-AE0D-B7D46E4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4648200"/>
            <a:ext cx="9477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Optional if not in package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246071-32DF-4B6D-96EA-A285B022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B3663C5-A4CA-4A41-BA7B-80DDEFF7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Internal StudioLAB verification checklist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AFC0EDB-3A9F-4821-8F5A-9C61B421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9390147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BF7BA-4B5E-4F8B-9FDA-4DBC1534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ECF04-8F56-44B3-97E6-9463E443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F49EC-0C0A-4BD1-8BA9-ACCF7DF8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4d421a68d4f28"/>
          <a:stretch xmlns:a="http://schemas.openxmlformats.org/drawingml/2006/main"/>
        </p:blipFill>
        <p:spPr>
          <a:xfrm xmlns:a="http://schemas.openxmlformats.org/drawingml/2006/main">
            <a:off x="496765" y="361950"/>
            <a:ext cx="1692519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61C9D-5DB0-4A36-BA48-1E15D3F6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ADA79-EC25-4EBC-B92A-FC67ECE9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D8A"/>
                </a:solidFill>
                <a:latin typeface="Aptos"/>
                <a:ea typeface="Aptos"/>
                <a:cs typeface="Aptos"/>
              </a:rPr>
              <a:t>PRODUCTION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58A30-85F0-4951-809A-24DCD5A3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Use one master deck, then five short videos for the platform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A01D8-72AE-4E37-90C6-DDBED9E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038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C7D15-F46C-427F-B1EF-DA4A058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Master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A4846-A2BC-4527-99C9-F6BFC11A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One client-facing click-through presentation for the full setup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85947-9702-404A-878D-296FABEF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4038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BFE73-9ABB-4BDB-ABCD-1E9BAAC4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Five short videos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F7D91-1FC1-405A-9C07-94126F6E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Facebook, Instagram, Google Business Profile, TikTok and YouTube, each under 3 minutes.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4A4CF-6835-416A-9EC8-E8FD5AA6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4038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8856A-C673-4EDD-8F13-F688756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Setup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34900-2B1B-485A-B8D3-896923E3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Pre-flight owner permissions and profile URLs before the onboarding call.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4947B-D699-426B-8EEF-34B89E9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90950"/>
            <a:ext cx="4038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9A3AC-5384-4A5B-9E62-00521A51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Support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0EF02-2485-4339-9438-9174A441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15-minute assisted setup call when platform permissions are messy.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168CD-9CD3-49CF-BFE1-D0D03D3A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Recommended production model for StudioLAB Growth onboarding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90E88-28B2-48E4-8FBB-39B5DB32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2078885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9607A3-C339-4FB6-A113-B9B578E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d89eafd1d4c0a"/>
          <a:stretch xmlns:a="http://schemas.openxmlformats.org/drawingml/2006/main"/>
        </p:blipFill>
        <p:spPr>
          <a:xfrm xmlns:a="http://schemas.openxmlformats.org/drawingml/2006/main">
            <a:off x="495300" y="342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9CC03-6E63-4C1E-B603-0DCBC246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StudioLAB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AE32E-593D-4047-B324-64D69F57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38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9690F-C1D9-444F-8C96-E4C6542A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5B368-1134-4849-A48E-18EBBE3F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D26DB-4F60-4D7C-981C-C60BB3C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EEDF8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E33E2-7176-4A74-A617-AEF7E173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Access requirements are source-backed and ready for video production.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67557-1CAA-4085-BEBD-3DEE378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4A3F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5DC78-DC4F-485C-B23C-7B05A6D3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Facebook and Instagram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9D3CA-AF06-4BCB-8CE7-E58EC311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EEEDF8"/>
                </a:solidFill>
                <a:latin typeface="Aptos"/>
                <a:ea typeface="Aptos"/>
                <a:cs typeface="Aptos"/>
              </a:rPr>
              <a:t>Official support on Facebook Page integration, lead ads, Messenger and Instagram direct integration.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00190-FBCF-45E8-802E-3EF306C5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4A3F8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9D57B-61E5-4F28-8296-0C72DD2F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Google Business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F1C02-16C9-449D-8185-4CCBF73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EEEDF8"/>
                </a:solidFill>
                <a:latin typeface="Aptos"/>
                <a:ea typeface="Aptos"/>
                <a:cs typeface="Aptos"/>
              </a:rPr>
              <a:t>Official support on GBP connection, owner or manager access, review sync and GBP post scheduling.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66596-4DDE-4909-BE7E-817EE7C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C2EAF-5E10-42B4-99A2-C9C54C27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1F9D4-B925-4C0F-B056-8E57C1BA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EEEDF8"/>
                </a:solidFill>
                <a:latin typeface="Aptos"/>
                <a:ea typeface="Aptos"/>
                <a:cs typeface="Aptos"/>
              </a:rPr>
              <a:t>Official support on Social Planner, Lead Ads, Business Center permissions and DM or comment automations.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A1BA2-BD29-439F-A891-6571C063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4A3F8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4C4B1-AB25-4055-B7A6-6EDD16E2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BCBA3-DDFF-4F76-BEA5-E56F0A73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481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EEEDF8"/>
                </a:solidFill>
                <a:latin typeface="Aptos"/>
                <a:ea typeface="Aptos"/>
                <a:cs typeface="Aptos"/>
              </a:rPr>
              <a:t>Official support on Social Planner scheduling and Google channel permission limits.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A6ED5-31C4-4F1B-BD09-F800DFC4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EEDF8"/>
                </a:solidFill>
                <a:latin typeface="Aptos"/>
                <a:ea typeface="Aptos"/>
                <a:cs typeface="Aptos"/>
              </a:rPr>
              <a:t>Detailed source links are saved with the deck workspace source notes and the research plan.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E239A-8039-4ED7-A717-3A38C4F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579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EDF8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181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2026-05-22T23:29:21.3760000Z</dcterms:created>
  <dcterms:modified xsi:type="dcterms:W3CDTF">2026-05-22T23:29:21.3760000Z</dcterms:modified>
</coreProperties>
</file>