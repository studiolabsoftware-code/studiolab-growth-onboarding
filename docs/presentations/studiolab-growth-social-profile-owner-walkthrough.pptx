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c8b01512743d0" /><Relationship Type="http://schemas.openxmlformats.org/officeDocument/2006/relationships/extended-properties" Target="/docProps/app.xml" Id="R1969baeb212a4bbc" /><Relationship Type="http://schemas.openxmlformats.org/officeDocument/2006/relationships/officeDocument" Target="/ppt/presentation.xml" Id="R7b3a65e1a59444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cd7ba94024573"/>
  </p:sldMasterIdLst>
  <p:notesMasterIdLst>
    <p:notesMasterId xmlns:r="http://schemas.openxmlformats.org/officeDocument/2006/relationships" r:id="R05b9a4a0627b4c9c"/>
  </p:notesMasterIdLst>
  <p:sldIdLst>
    <p:sldId xmlns:r="http://schemas.openxmlformats.org/officeDocument/2006/relationships" id="256" r:id="R701f1cfca02d438d"/>
    <p:sldId xmlns:r="http://schemas.openxmlformats.org/officeDocument/2006/relationships" id="257" r:id="R16719598f43b417b"/>
    <p:sldId xmlns:r="http://schemas.openxmlformats.org/officeDocument/2006/relationships" id="258" r:id="R7d114ebceca840de"/>
    <p:sldId xmlns:r="http://schemas.openxmlformats.org/officeDocument/2006/relationships" id="259" r:id="R47704759b56141a9"/>
    <p:sldId xmlns:r="http://schemas.openxmlformats.org/officeDocument/2006/relationships" id="260" r:id="Redba32efa084493d"/>
    <p:sldId xmlns:r="http://schemas.openxmlformats.org/officeDocument/2006/relationships" id="261" r:id="R3dab310d8c704ab6"/>
    <p:sldId xmlns:r="http://schemas.openxmlformats.org/officeDocument/2006/relationships" id="262" r:id="R543d3c2ba92a4a08"/>
    <p:sldId xmlns:r="http://schemas.openxmlformats.org/officeDocument/2006/relationships" id="263" r:id="R746717be817d4c7e"/>
    <p:sldId xmlns:r="http://schemas.openxmlformats.org/officeDocument/2006/relationships" id="264" r:id="R90557bd9a1d945ef"/>
    <p:sldId xmlns:r="http://schemas.openxmlformats.org/officeDocument/2006/relationships" id="265" r:id="R8f4778e6c8af4753"/>
    <p:sldId xmlns:r="http://schemas.openxmlformats.org/officeDocument/2006/relationships" id="266" r:id="Rb6ee49c34ca64971"/>
    <p:sldId xmlns:r="http://schemas.openxmlformats.org/officeDocument/2006/relationships" id="267" r:id="R8521307cd89c4fd7"/>
    <p:sldId xmlns:r="http://schemas.openxmlformats.org/officeDocument/2006/relationships" id="268" r:id="Rb13bf7d5bf7742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cd7ba94024573" /><Relationship Type="http://schemas.openxmlformats.org/officeDocument/2006/relationships/theme" Target="/ppt/theme/theme1.xml" Id="R944d48783aea4233" /><Relationship Type="http://schemas.openxmlformats.org/officeDocument/2006/relationships/notesMaster" Target="/ppt/notesMasters/notesMaster1.xml" Id="R05b9a4a0627b4c9c" /><Relationship Type="http://schemas.openxmlformats.org/officeDocument/2006/relationships/presProps" Target="/ppt/presProps.xml" Id="R03dd1f05ef0c43a6" /><Relationship Type="http://schemas.openxmlformats.org/officeDocument/2006/relationships/viewProps" Target="/ppt/viewProps.xml" Id="R6b5476da776b4a04" /><Relationship Type="http://schemas.openxmlformats.org/officeDocument/2006/relationships/tableStyles" Target="/ppt/tableStyles.xml" Id="Ra9a06769d1b9404f" /><Relationship Type="http://schemas.openxmlformats.org/officeDocument/2006/relationships/slide" Target="/ppt/slides/slide1.xml" Id="R701f1cfca02d438d" /><Relationship Type="http://schemas.openxmlformats.org/officeDocument/2006/relationships/slide" Target="/ppt/slides/slide2.xml" Id="R16719598f43b417b" /><Relationship Type="http://schemas.openxmlformats.org/officeDocument/2006/relationships/slide" Target="/ppt/slides/slide3.xml" Id="R7d114ebceca840de" /><Relationship Type="http://schemas.openxmlformats.org/officeDocument/2006/relationships/slide" Target="/ppt/slides/slide4.xml" Id="R47704759b56141a9" /><Relationship Type="http://schemas.openxmlformats.org/officeDocument/2006/relationships/slide" Target="/ppt/slides/slide5.xml" Id="Redba32efa084493d" /><Relationship Type="http://schemas.openxmlformats.org/officeDocument/2006/relationships/slide" Target="/ppt/slides/slide6.xml" Id="R3dab310d8c704ab6" /><Relationship Type="http://schemas.openxmlformats.org/officeDocument/2006/relationships/slide" Target="/ppt/slides/slide7.xml" Id="R543d3c2ba92a4a08" /><Relationship Type="http://schemas.openxmlformats.org/officeDocument/2006/relationships/slide" Target="/ppt/slides/slide8.xml" Id="R746717be817d4c7e" /><Relationship Type="http://schemas.openxmlformats.org/officeDocument/2006/relationships/slide" Target="/ppt/slides/slide9.xml" Id="R90557bd9a1d945ef" /><Relationship Type="http://schemas.openxmlformats.org/officeDocument/2006/relationships/slide" Target="/ppt/slides/slide10.xml" Id="R8f4778e6c8af4753" /><Relationship Type="http://schemas.openxmlformats.org/officeDocument/2006/relationships/slide" Target="/ppt/slides/slide11.xml" Id="Rb6ee49c34ca64971" /><Relationship Type="http://schemas.openxmlformats.org/officeDocument/2006/relationships/slide" Target="/ppt/slides/slide12.xml" Id="R8521307cd89c4fd7" /><Relationship Type="http://schemas.openxmlformats.org/officeDocument/2006/relationships/slide" Target="/ppt/slides/slide13.xml" Id="Rb13bf7d5bf7742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f3bda0cd29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809fff6a30422c" /><Relationship Type="http://schemas.openxmlformats.org/officeDocument/2006/relationships/notesMaster" Target="/ppt/notesMasters/notesMaster1.xml" Id="R7b07dd6e0b08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57a0e91a841ef" /><Relationship Type="http://schemas.openxmlformats.org/officeDocument/2006/relationships/notesMaster" Target="/ppt/notesMasters/notesMaster1.xml" Id="R0b3d1fafd5cb41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cd1b5e8784846" /><Relationship Type="http://schemas.openxmlformats.org/officeDocument/2006/relationships/notesMaster" Target="/ppt/notesMasters/notesMaster1.xml" Id="R6f3046118459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17b95df45345df" /><Relationship Type="http://schemas.openxmlformats.org/officeDocument/2006/relationships/notesMaster" Target="/ppt/notesMasters/notesMaster1.xml" Id="Rf83975865f194e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208aa06124f00" /><Relationship Type="http://schemas.openxmlformats.org/officeDocument/2006/relationships/notesMaster" Target="/ppt/notesMasters/notesMaster1.xml" Id="R199194e4830f4f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8779617da3460f" /><Relationship Type="http://schemas.openxmlformats.org/officeDocument/2006/relationships/notesMaster" Target="/ppt/notesMasters/notesMaster1.xml" Id="R801bca9e7191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396195f274dfd" /><Relationship Type="http://schemas.openxmlformats.org/officeDocument/2006/relationships/notesMaster" Target="/ppt/notesMasters/notesMaster1.xml" Id="R9383f3638cb048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1a82cf4aff4e8a" /><Relationship Type="http://schemas.openxmlformats.org/officeDocument/2006/relationships/notesMaster" Target="/ppt/notesMasters/notesMaster1.xml" Id="R49cc03bca3454e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867905ec1745e5" /><Relationship Type="http://schemas.openxmlformats.org/officeDocument/2006/relationships/notesMaster" Target="/ppt/notesMasters/notesMaster1.xml" Id="Ra90d6df2125140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07ca1b804844dd" /><Relationship Type="http://schemas.openxmlformats.org/officeDocument/2006/relationships/notesMaster" Target="/ppt/notesMasters/notesMaster1.xml" Id="Rf4ffc8e2f1a943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b58afc36a646f2" /><Relationship Type="http://schemas.openxmlformats.org/officeDocument/2006/relationships/notesMaster" Target="/ppt/notesMasters/notesMaster1.xml" Id="R337874e15d134c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e812f1be1f4eda" /><Relationship Type="http://schemas.openxmlformats.org/officeDocument/2006/relationships/notesMaster" Target="/ppt/notesMasters/notesMaster1.xml" Id="R30b2df60574c48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67546459734f44" /><Relationship Type="http://schemas.openxmlformats.org/officeDocument/2006/relationships/notesMaster" Target="/ppt/notesMasters/notesMaster1.xml" Id="R7af6afe0c8a0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675392b804e5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70c726c0394d1c" /><Relationship Type="http://schemas.openxmlformats.org/officeDocument/2006/relationships/slideLayout" Target="/ppt/slideLayouts/slideLayout2.xml" Id="Rca342acc0a8645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42acc0a8645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cad24783ec40a3" /><Relationship Type="http://schemas.openxmlformats.org/officeDocument/2006/relationships/image" Target="/ppt/media/image.png" Id="R444c2181a71e44a8" /><Relationship Type="http://schemas.openxmlformats.org/officeDocument/2006/relationships/image" Target="/ppt/media/image2.png" Id="R9165262d5a4d44f7" /><Relationship Type="http://schemas.openxmlformats.org/officeDocument/2006/relationships/image" Target="/ppt/media/image3.png" Id="R8cd408af144f40e4" /><Relationship Type="http://schemas.openxmlformats.org/officeDocument/2006/relationships/notesSlide" Target="/ppt/notesSlides/notesSlide1.xml" Id="R333d5460fbf1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cd3cab08d4a53" /><Relationship Type="http://schemas.openxmlformats.org/officeDocument/2006/relationships/image" Target="/ppt/media/image4.png" Id="Raa8141b8812146b5" /><Relationship Type="http://schemas.openxmlformats.org/officeDocument/2006/relationships/notesSlide" Target="/ppt/notesSlides/notesSlide2.xml" Id="R4fb19bddcd6c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919230174844e9" /><Relationship Type="http://schemas.openxmlformats.org/officeDocument/2006/relationships/image" Target="/ppt/media/image5.png" Id="R82ad95c32c0d4a3c" /><Relationship Type="http://schemas.openxmlformats.org/officeDocument/2006/relationships/notesSlide" Target="/ppt/notesSlides/notesSlide3.xml" Id="R0d1fe80a9adf4a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9b2fbac2a4dba" /><Relationship Type="http://schemas.openxmlformats.org/officeDocument/2006/relationships/image" Target="/ppt/media/image6.png" Id="Rdd54587d81bd40f9" /><Relationship Type="http://schemas.openxmlformats.org/officeDocument/2006/relationships/image" Target="/ppt/media/image7.png" Id="R594ca8c2e78b479a" /><Relationship Type="http://schemas.openxmlformats.org/officeDocument/2006/relationships/notesSlide" Target="/ppt/notesSlides/notesSlide4.xml" Id="R0c59272179a846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36eebd26f0411e" /><Relationship Type="http://schemas.openxmlformats.org/officeDocument/2006/relationships/image" Target="/ppt/media/image8.png" Id="R722da60f461b45f2" /><Relationship Type="http://schemas.openxmlformats.org/officeDocument/2006/relationships/notesSlide" Target="/ppt/notesSlides/notesSlide5.xml" Id="Rc5edb564ad6e42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e8f72fe6494d06" /><Relationship Type="http://schemas.openxmlformats.org/officeDocument/2006/relationships/image" Target="/ppt/media/image9.png" Id="Rd956e8cbdb0c4e8e" /><Relationship Type="http://schemas.openxmlformats.org/officeDocument/2006/relationships/notesSlide" Target="/ppt/notesSlides/notesSlide6.xml" Id="R1bed5140d6ca4b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dbaf6f8b8d499e" /><Relationship Type="http://schemas.openxmlformats.org/officeDocument/2006/relationships/image" Target="/ppt/media/image10.png" Id="R0c1ec2b3249c44aa" /><Relationship Type="http://schemas.openxmlformats.org/officeDocument/2006/relationships/notesSlide" Target="/ppt/notesSlides/notesSlide7.xml" Id="R108f14d9f8784c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005f549a3e45fc" /><Relationship Type="http://schemas.openxmlformats.org/officeDocument/2006/relationships/image" Target="/ppt/media/image11.png" Id="Re11b2e3756464b90" /><Relationship Type="http://schemas.openxmlformats.org/officeDocument/2006/relationships/notesSlide" Target="/ppt/notesSlides/notesSlide8.xml" Id="R03a18f5439cb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f6fac461a4412" /><Relationship Type="http://schemas.openxmlformats.org/officeDocument/2006/relationships/image" Target="/ppt/media/image12.png" Id="Re78a9e683ab54ea2" /><Relationship Type="http://schemas.openxmlformats.org/officeDocument/2006/relationships/notesSlide" Target="/ppt/notesSlides/notesSlide9.xml" Id="Re5df1d15642142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74942b540b426c" /><Relationship Type="http://schemas.openxmlformats.org/officeDocument/2006/relationships/image" Target="/ppt/media/image13.png" Id="R8aa4aa9ceb5d4ebf" /><Relationship Type="http://schemas.openxmlformats.org/officeDocument/2006/relationships/notesSlide" Target="/ppt/notesSlides/notesSlide10.xml" Id="R507afcae55824e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f786dbfd874b9f" /><Relationship Type="http://schemas.openxmlformats.org/officeDocument/2006/relationships/image" Target="/ppt/media/image14.png" Id="R2b9c19173aff4574" /><Relationship Type="http://schemas.openxmlformats.org/officeDocument/2006/relationships/notesSlide" Target="/ppt/notesSlides/notesSlide11.xml" Id="Re16ffd8f5efc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9767ca6b44290" /><Relationship Type="http://schemas.openxmlformats.org/officeDocument/2006/relationships/image" Target="/ppt/media/image15.png" Id="R163814d2d43b4ff6" /><Relationship Type="http://schemas.openxmlformats.org/officeDocument/2006/relationships/notesSlide" Target="/ppt/notesSlides/notesSlide12.xml" Id="R72c66b61b4e945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8dde371e94cf6" /><Relationship Type="http://schemas.openxmlformats.org/officeDocument/2006/relationships/image" Target="/ppt/media/image16.png" Id="R84c8e5b52b684c0b" /><Relationship Type="http://schemas.openxmlformats.org/officeDocument/2006/relationships/image" Target="/ppt/media/image17.png" Id="R23d8ced1ee3c4065" /><Relationship Type="http://schemas.openxmlformats.org/officeDocument/2006/relationships/image" Target="/ppt/media/image18.png" Id="R328317dbbd6d429d" /><Relationship Type="http://schemas.openxmlformats.org/officeDocument/2006/relationships/notesSlide" Target="/ppt/notesSlides/notesSlide13.xml" Id="R2f9f017e157640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D7ED2-9AC4-49E2-A048-54EEF00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c2181a71e44a8"/>
          <a:stretch xmlns:a="http://schemas.openxmlformats.org/drawingml/2006/main"/>
        </p:blipFill>
        <p:spPr>
          <a:xfrm xmlns:a="http://schemas.openxmlformats.org/drawingml/2006/main">
            <a:off x="7124700" y="2725941"/>
            <a:ext cx="4953000" cy="3501617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5262d5a4d44f7"/>
          <a:stretch xmlns:a="http://schemas.openxmlformats.org/drawingml/2006/main"/>
        </p:blipFill>
        <p:spPr>
          <a:xfrm xmlns:a="http://schemas.openxmlformats.org/drawingml/2006/main">
            <a:off x="687161" y="361950"/>
            <a:ext cx="1959429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333F4-8019-4475-96B9-4F07BBD1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E1BFF-9F7B-43AF-8B10-7465BAA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382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OWNER SETUP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A3261-AC35-4D01-893C-2B9D0648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Connect your studio profiles to StudioLAB Growth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3053-0952-415F-9E5A-6A1E59F1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EB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EBF2"/>
                </a:solidFill>
                <a:latin typeface="Aptos"/>
                <a:ea typeface="Aptos"/>
                <a:cs typeface="Aptos"/>
              </a:rPr>
              <a:t>A simple walkthrough for authorising Facebook, Instagram, Google Business Profile, TikTok and YouTube.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408af144f40e4"/>
          <a:stretch xmlns:a="http://schemas.openxmlformats.org/drawingml/2006/main"/>
        </p:blipFill>
        <p:spPr>
          <a:xfrm xmlns:a="http://schemas.openxmlformats.org/drawingml/2006/main">
            <a:off x="5943600" y="1264168"/>
            <a:ext cx="5753100" cy="267231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92760-371E-4CE6-A534-2E517BFA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BEF0E-7DD6-4CD7-A626-DFA534C0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06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stay in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8716F-CBCC-4927-AA32-FD1BAFBB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EBF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EAEBF2"/>
                </a:solidFill>
                <a:latin typeface="Aptos"/>
                <a:ea typeface="Aptos"/>
                <a:cs typeface="Aptos"/>
              </a:rPr>
              <a:t>StudioLAB Growth setup deck</a:t>
            </a:r>
          </a:p>
        </p:txBody>
      </p:sp>
    </p:spTree>
    <p:extLst>
      <p:ext uri="{BB962C8B-B14F-4D97-AF65-F5344CB8AC3E}">
        <p14:creationId xmlns:p14="http://schemas.microsoft.com/office/powerpoint/2010/main" val="4355784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ADDD4-EE4F-475E-B75B-E6FE3A4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ADCD2-65F5-4148-9C29-5CBA4FC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141b8812146b5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4BAFD-F18C-4BB0-A6D4-7FBCEF07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79A73-65B8-4968-AA36-CE26DDB2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THE WHOLE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DA2E3-532D-415F-824C-29C9BA0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You will connect each profile in three simple 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F91AA-11DE-44CE-B9F4-D0669157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You do not send passwords to StudioLAB. You sign in through each platform from your own browser.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DBA78-9F73-48C6-8D14-4C538F8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952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CB1B5-9755-4E1D-9989-03891EAC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BDA8F-7502-40D2-8168-B7E17115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2E4C6-0607-42FD-915B-63F389E9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Add public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2335F-16F5-4BA7-AEE1-8BD0355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Enter the public URLs or handles for the profiles you want connected.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CEB8A-3883-4855-97A0-CAEC9B9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814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976B7-560C-40F5-87F0-47C0CC6F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56BC-D0B0-4674-96DA-5DA9964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2952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40146-58C8-4626-AB26-AC676062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0D633-970A-4B13-B142-32CCEBFE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4CCB8-FC4A-4132-A852-88755B6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Sign in as 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A040A-4051-4AE8-8A33-4DDE572C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Open StudioLAB Growth and use your owner or setup login.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3E084-C55A-4E32-8AA6-DD94645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2F3F1-6A39-4643-A9B2-55C91F4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0EC"/>
          </a:solidFill>
          <a:ln xmlns:a="http://schemas.openxmlformats.org/drawingml/2006/main" w="0">
            <a:solidFill>
              <a:srgbClr val="DF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76887-07FA-4BCE-B9A3-073D471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2952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027A7-1575-47B3-85AE-35CAE02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B1B33-1CF0-4D25-BFAE-F19E3E4D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EADB9-1ED0-4806-A68E-9F08FE4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49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Approve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89A47-3CC9-441B-901A-436E797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Choose the right account, review the permissions and click allow.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30ED8-9B96-4478-A7B2-51974FD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1143D-DF99-48E6-8E5A-2B5E3FC1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87206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6E498-5993-426B-A0D4-9E776F6C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E615-26D3-4F29-88AC-87BE420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d95c32c0d4a3c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EFC04-DDD1-4AB0-ADBA-B8706C8B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C3A44-D58D-462F-9659-067C917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BEFORE YOU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6BD62-CBC4-4559-9798-1800DCB1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Have the right owner access open before you click Connect.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168D7-E706-4030-9F81-129EEA62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Most connection issues happen because the person signing in does not manage the correct Page, profile or location.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9255C-D2B6-4D6E-AFAC-358F2555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CEAAF-B062-41C3-9D62-5EA0BDA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3EA9E-4C29-47C1-B255-1D3D116E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7F5A6-E33F-48BC-8D82-1EC8A4F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398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Your StudioLAB Growth login is ready.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C8464-0E7E-474D-B0F3-830DF8F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8610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DF7D2-353F-4C5C-BC96-A2615585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09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6649B-8796-4B51-924C-6CC127AD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7619F-7420-49CE-A1EF-10770774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398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You can receive any two-factor login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D9F5B-6EDB-4C44-8D10-05E13A7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F7C5B-D0AD-4129-A350-2D732D1D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5638-66EB-440B-89D0-989B937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E35DE-85A5-4D51-8DE6-FE34DBDC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398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You manage the Facebook Page or Business Portfolio.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6E101-B74B-4C12-AD3F-AC02A90B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380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E1A12-4A42-4B6E-9334-42EBC38B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57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4EDC5-F0EB-474E-A0DC-4E3AE207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7B222-7DB0-469E-AC88-1346FD48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398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You manage the Google Business Profile location.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3E031-27D5-40D0-944A-165778A3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BDBC5-3903-47E0-B3DE-355560D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A8582-35B0-450E-A3BB-7514DC9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E6C5B-5ADE-4D5F-A230-87B378E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398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You know which TikTok or YouTube account should connect.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CC849-6827-4CFE-A1F8-82552126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36361-106D-4216-9FAF-BBFFA591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E1F1E-CE68-4AF3-828E-FA409C76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209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2932C-668E-4B87-9468-1704B3A8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398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02E"/>
                </a:solidFill>
                <a:latin typeface="Aptos"/>
                <a:ea typeface="Aptos"/>
                <a:cs typeface="Aptos"/>
              </a:rPr>
              <a:t>Pop-ups are allowed in your browser for the setup session.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2E8B4-34C5-455A-9D4A-A55B97CC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7CDD5A-A2D7-4F52-88F4-995F680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71224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A5E04-ACF2-473E-ACBC-4D6B165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A06F5-08E6-4F60-8A58-6C3EE3A6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4587d81bd40f9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67B0B-A5DD-4A32-A677-D65077A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DE961-DE03-4761-85C8-79DA1991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06BAC-4C6C-452C-BC2B-DBB09932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Fill in your public profiles first.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32152-1082-4A35-9F19-8DD0871B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This tells StudioLAB which public profiles belong to your studio. It does not connect access by itself.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ca8c2e78b479a"/>
          <a:stretch xmlns:a="http://schemas.openxmlformats.org/drawingml/2006/main"/>
        </p:blipFill>
        <p:spPr>
          <a:xfrm xmlns:a="http://schemas.openxmlformats.org/drawingml/2006/main">
            <a:off x="5822241" y="1352550"/>
            <a:ext cx="5310019" cy="3790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17EA8-0CA2-4E38-9733-616E7AD9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EDB88-C1D6-43DC-926B-E8B5C30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BD43B-56DB-401C-B5C8-DBC4350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Paste profile URLs or handles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AF4A7-A9D4-4548-BB31-3C8B701A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Add the platforms you want StudioLAB Growth to connect.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7CD75-5F04-4D9C-8F56-4A536A0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6C563-C248-4F7C-B2F8-333516F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0DA05-7881-42A2-8178-4EA6629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71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Skip anything not included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CE02F-0647-4BE2-8938-5F5A3C7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Leave a profile blank if it is not part of your Growth package.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74730-1520-4B2B-B1CB-8F27E65F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68D57-58B5-48B3-B946-4C80D53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878A6-4B02-46E7-90E9-E637555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57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Submit the 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663BB-2259-4200-A8F0-B45A48B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Active connections happen after your account is created.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E184C-0C11-4189-93CB-ECB81B6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DE856-2491-40F0-AF61-106378E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33947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D7517-2981-44FA-8960-5EEFD286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7E103-ABCF-467F-B09C-4DEFDEDD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da60f461b45f2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07DD3-A363-43EF-86C6-7AC8FF1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7A6FF-08C6-409B-81E7-7AAC432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344A1-322D-4EAA-9FA5-5BC4CA65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Open StudioLAB Growth integrations.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A6351-E742-4C7C-B8C2-37F6027F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Most profiles connect from Settings. Some publishing profiles connect from Social Planner.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1D7F8-F1DB-4866-923D-56B8EF3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257300"/>
            <a:ext cx="56578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A27DB-EBB2-4EC0-BC3C-B0A5496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257300"/>
            <a:ext cx="565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38B70-F08C-405B-BD4F-C7E22835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28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D65A2-52A5-4436-8C1F-461264A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71650"/>
            <a:ext cx="14668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26430-DA74-4256-8C23-15B12150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A70DD-9DDF-46F4-BBFC-2416E2ED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2407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163FE-5B9B-4455-AA96-7D6C199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6697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DA55D-098E-4C8B-A133-7CD28E9A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5270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9D6A4-841E-4DEC-89A6-157403CE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78F4F-9911-44AE-AA8F-9DB42A3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813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ADD9A-F423-4BD2-BBF1-7C67B527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242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D1891-ED03-4F60-BF4F-659FFB2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D862B-8149-4594-A40E-4E11A1BD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BE27E-5318-42D2-9176-7519078E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3857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90BB7-4454-420B-A248-05F5DAD8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357E6-B4A2-4D10-B9BA-F1B67F1A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here for Facebook, Instagram, Google Business Profile and TikTok lead setup.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60B50-B3BB-4ED3-9579-C94B706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1590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27B57-8ED4-4874-AC91-0DBA324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C214C-31FB-4038-89C0-B33BF4C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Instagram, pages, messages and leads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DAE75-9FBE-47E7-B2CD-C42754E7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670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F35D34-2A15-4E47-8613-F885C841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2420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2F2798-16F8-49BD-A5B0-D6D3BB9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1590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D92A4-87A4-48AD-959F-E06AA5FC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43E5D-A21D-4BA5-AE50-D00A4351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2420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Business Profile and reviews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6C7337-C9EF-4A88-AF7B-5EDE9D3C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7FE22-CA52-4592-96F1-16AF9665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2420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7C56A-1A00-4936-87AC-184C3060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33800"/>
            <a:ext cx="1590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E0CBDA-5EC8-43AD-9B2B-C46BB2A0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B1309C-882E-400F-88F8-5483066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Posting, leads or automations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A04713-0172-43DA-BAAB-9612D0F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433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681AE2-B3E3-4A5F-BAE1-4338795E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0050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A0E2CD-A070-497F-A471-935AC155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33800"/>
            <a:ext cx="1590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34B72B-BC7A-48D4-83D0-01430C88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290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389A8A-00A5-4CA7-A033-29B517E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0050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Videos and Shorts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2EBF9B-3E83-4CEF-A768-2AD7493C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433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0CCC9C-A16C-474B-BDF9-CB82E006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E183C9-4C4D-4122-82CF-2D6B6839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3105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0">
            <a:solidFill>
              <a:srgbClr val="FDE8F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71E91D-D8A7-418D-8B66-704FA7AF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19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197F"/>
                </a:solidFill>
                <a:latin typeface="Aptos"/>
                <a:ea typeface="Aptos"/>
                <a:cs typeface="Aptos"/>
              </a:rPr>
              <a:t>Settings &gt; Integrations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130B73-EC3A-43B0-B34C-0EF87F0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this for account access, lead forms, messages, reviews and reputation tools.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EBEB42-C9D2-44E5-875E-0798BEA0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3105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CB5E2C-E78F-445E-8B41-BE04A8E1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Marketing &gt; Social Planner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0C49E4-E413-4E2B-8EA7-B645674A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this when you are connecting accounts for scheduled posts, videos or Shorts.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0A9D28-7890-46FE-A925-8FCB0124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654B32-8C8A-413F-B3DB-8A366938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8145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E7D97-C9CD-44CC-92CE-2103DC7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4EEC0-2D7D-455A-9E8D-CC52E6B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6e8cbdb0c4e8e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526D-6781-4589-B8ED-7500FC2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81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769F7-EE9E-49AF-B609-3F173A6C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solidFill>
              <a:srgbClr val="1877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EA7C7-8587-472D-9BF9-1ADE06C6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24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68A32-F8CE-4F2E-ADD7-7685805A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52FED-B43F-48D4-87E9-1A43C23C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817B4-22E5-4F07-B74D-84AE355E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 the Facebook Page 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C9B45-CDE0-4FD6-8B0B-9131D450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Facebook profile that manages the studio Page. For lead ads, that person also needs access to the ad account and lead forms.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0CDCC-B3A7-4DF2-A7EB-3D307AB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5148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D3412-4461-4FCC-AE09-8AC3317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51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100EE-9403-4908-BD00-3DDE18E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D1383-37FD-4BFC-9A99-6F669F9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466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15842-6BE3-4597-8037-3CB871FE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B8E25-CDCD-4221-829C-A68435E8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289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4B6FB-5103-4016-A063-B8F79B5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718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3E446-EC4A-467E-B117-922DAF2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52C6D-DC0D-4EA8-B0C9-262E1CDC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4007A-7227-4C1C-878F-0ED4E4EB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08483-BA0B-4ECF-B806-77639DCE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907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0E881-A26C-406E-B635-EC7298E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CF4AD-E401-4BE8-80FF-63CF37B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57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88C27-3D7F-46BB-AA23-A684F68F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434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C2B78-D466-4814-A0F1-48CA70DD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B615F-ED35-4251-8E75-2634382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Select Connect, then follow the platform sign-in window.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56ABB-7CCE-48D0-B52E-9B95CC7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0E6606-AA0C-4312-90E1-DDF7B42C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0C98D-50B6-416D-8E56-03D8EBF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67150"/>
            <a:ext cx="1447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Pages, DMs and lead forms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9326B-FFDE-4F8E-B986-8706191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72979C-CF99-469A-A2B0-3110C22C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338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7A461-64A6-4DFC-A419-5413AAE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3014CA-C90B-4047-ABA2-F2B3E972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148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Lead form mapping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0244F9-BF13-4D84-B07D-DD7BEDE2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1447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Only when lead ads are included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E3C6C3-62BB-4CB5-9826-F58D9775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5218F-8E5D-4950-AEBA-CDC1BF7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529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60D95E-A4ED-4CF6-BDCC-C592C71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7D6CC6-7123-4056-9312-051E528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1802B7-6F68-48E9-ADD7-49DC7AA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099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 to Settings &gt; Integrations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C5CE2-2865-4114-BE89-BEFB82C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Choose Facebook and Instagram.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A020B-CA2D-40DC-90AA-12687051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08978C-221D-45D9-A838-B1D7BCC8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694F9-9A1E-485A-93ED-F6078FDB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Click Connect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2B7D10-106C-428A-AF21-B009E0E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A Facebook sign-in window will open.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6794E0-9006-44BC-9F54-3DFD2EBA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3EAE5F-083A-4A64-AFD4-B1A05053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667F2-EEE3-41EF-8F0D-4508A48A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Approve the permissions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E8EE64-1BD9-43B8-AAE1-ADA5F673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Select the correct studio Page when asked.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EBB840-4CDB-4BD0-97BD-CE38A520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97A135-DD59-44A0-88DD-91094C9D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F64438-8498-464B-80C4-C3DE24A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95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Confirm the Page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2A6E24-5EB8-4FC8-A309-5C78B32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625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Check that the right Page appears as connected.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30B26F-7FC3-4DB2-A6D3-1059FF3E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522B05-2FA7-4167-B9B6-78C3995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29047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69410-B78B-4D92-ACB3-3A989C23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AF61A-A4FE-4FC2-81AE-1F60A4FF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ec2b3249c44aa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FAAD4-D859-4CD6-AE98-1EFC30F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815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61A1-83B7-4784-AE0C-793F4630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84"/>
          </a:solidFill>
          <a:ln xmlns:a="http://schemas.openxmlformats.org/drawingml/2006/main" w="0">
            <a:solidFill>
              <a:srgbClr val="C1358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F2A37-8BA9-468F-A4C9-5373A495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24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172FE-E29E-4EF2-A4A5-16FAB9A4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30EB9-7A08-4BF2-B4E8-111D7EE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87CB3-7C3A-4361-BB35-211E0FA4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 Instagram as a Business or Creator account.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03AD9-3A38-496E-BF56-A8A94CD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If Instagram is linked to your Facebook Page, connect Facebook first. If you only need posting, use Social Planner.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35175-E7A4-4851-B18E-EA2E814B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4476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409FA-90AD-495F-82FA-153703BA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For messages, lead ads or automations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B1AF1-9FB5-4675-9354-E0A41267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3638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Start with Facebook and Instagram in Settings &gt; Integrations. Make sure the correct Instagram account is linked to the Facebook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92715-6442-4B25-912A-D8FEBA4C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4476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3F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943BF-59A4-4CFC-A4B9-74AAC0F6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For scheduled posts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04D50-035F-4EF7-BF1B-8DF9034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3638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Go to Marketing &gt; Social Planner, add Instagram, then sign in and approve the connection from your own browser.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D8424-3734-49F8-A1C5-AE6BD93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754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57FF4-85C6-483F-9834-E88135DD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48275"/>
            <a:ext cx="720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Check: the correct Instagram account appears in StudioLAB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324B1-5B14-4C11-BBCF-950221A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ECE99-FE40-4FDE-B88D-161BFB8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48861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AD043-E375-4B3F-BF01-A0A57CAE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3341-709F-4C6A-A077-76A21BF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b2e3756464b90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58A48-2372-48E7-A0D2-0DB611D0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A99BA-1B5F-4420-B06F-EC0BD3A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6C560-E32B-4A1F-AE20-CAE3E141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184D7-65B2-46B3-87E4-1C10BD4B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5FC55-C52E-409F-9F10-9D2987C2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1A5EC-BE58-41A0-AB8A-3815F314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 the verified studio location.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A43C3-BE6E-48C1-A791-AE2D7935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Google account that manages the studio Business Profile.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653AA-F9B7-4582-BE85-05E4F6F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572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E4BC8-95A4-422D-8D56-4FD100F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48EE6-8FB3-4205-9912-6116EDC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1F3D6-8EFA-4E90-B9E1-5A6632D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4668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50BB8-C15B-4240-9040-70582BBE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3A79F-C7D6-40E3-A902-440D590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289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892A2-A64F-428D-B647-8C341304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718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B00CF-861C-4561-A509-06ACB63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60BB1-8C7F-4C68-A2EC-5CFD38FA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25742-B465-4A55-BBB1-5112719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8617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344B1-FCC1-4A40-A881-BF3F7A09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46CD0-DAB4-4285-990E-D6417CC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2E0D6-C466-454F-911A-59725A4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33744-2331-4B92-B876-C485D36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434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02A94-BCE5-4FB2-80AE-A06E1D24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Profile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2985C-B490-4559-AD95-2909C900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Choose the studio location after Google asks for permission.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DF744-4D67-4774-97BB-77F7F17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04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9BC63-C782-4295-A5BD-56F7271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08C05-E0FD-4738-AF01-9571133E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1504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Reviews and local 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BF6F07-438E-4BE4-B70A-E8898941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76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30925-22EC-44FB-AFD3-48EC15D9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CFEB7-BDCE-49A0-A22B-321D4CD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6D640F-F823-49B6-A230-73E91FDC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3227A-66FF-4B4D-9401-C88BD32A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1504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Review requests and reporting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222DB-57BB-4321-A091-05A7B688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5BDB8A-45A2-4975-8B32-6E6861B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529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7AA450-71AA-4573-AF28-673E191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45400E-FF9E-4F44-88B0-75EF471F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B49118-ADEA-457B-A0D2-4E8C17EE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099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 to Settings &gt; Integrations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926EF8-48F4-4AA2-80A8-D173399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Choose Google Business Profile.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DB7CC7-219A-4C16-A291-1B5095E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CDCDDB-C075-4246-8640-FC16A72E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E35F98-1FDB-4CB3-B52C-264EAF7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39F6F9-5436-4E7E-AEAB-FAFE5CAB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account with Owner or Manager access.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0F0BBB-3ADB-408C-BF5C-B4CD245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CA8D2B-F8D9-4D62-BD19-9A4B5E7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EB9645-11AA-4403-8E97-D3538F74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Select the studio location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F9FA95-5F39-4502-87F1-32A29AB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Pick the verified location for this studio.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DE1427-FAA2-4BED-A3B7-696D9D3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50A00B-BB3C-43DA-903C-B7430432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2A6B09-0714-4E83-B131-A8CA0BC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95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Confirm review access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113814-1768-405E-A731-3D49E5BF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625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Check that reviews and profile tools are available.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EDED21-6660-49F3-828C-FE92FF55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C6BA6F-16CD-47BF-B5E9-5C7C4AF0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32935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0FCD7-545D-4667-B9A2-9DD8CB1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7B079-4683-4B58-89C4-38B78B7E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a9e683ab54ea2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25B70-317D-4CA4-8318-FB7360A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9971A-5E26-40F6-BD4F-0256C53A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D24F-9E2E-4A00-B4AC-5CAE8E1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9CA43-D160-4B67-B447-28A61BF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6913A-AE23-4C52-AAED-68DA70E5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71DB1-F61A-453A-AC6F-5141869D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Choose the TikTok connection that matches your package.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9BAC8-F9EA-49A6-80CA-B81307A7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Posting and lead ads use different paths. Connect only the TikTok features included in your StudioLAB Growth setup.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2681B-27C6-4A30-A36D-0FA3C088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F4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56694-71E2-4E45-889C-D9A145D4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401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POSTING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E916F-09E4-4E82-AA13-9BCF5949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If TikTok posting is included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8394A-D4DC-4B24-8C60-EB130908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4019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Go to Marketing &gt; Social Planner, add TikTok, sign in, then confirm the account appears as connected.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986E6-7B79-4C7C-9481-E88A2DF6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3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1FAD6-C5BE-4766-8069-0D1AEEF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401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LEAD 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DC68C-72AB-48B5-B724-FBAF8199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If TikTok lead ads are included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4AA32-3FA9-458B-B308-F28EF96B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4019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Go to Settings &gt; Integrations, connect TikTok, choose the advertiser account, then map the lead form fields.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4BD5B-19C6-4D61-BB23-AD098D1C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CDB46-F060-4B9F-9E6A-75EB6039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19725"/>
            <a:ext cx="7181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Check: the right account or advertiser is selected before you finish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DE857-BB39-4EF5-B3A4-10BB49EC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F1C84-820D-4884-B518-62DFB7B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14745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C3023-4DD5-491E-B2A1-337166E0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92999-2798-45DE-B92C-EA93019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4aa9ceb5d4ebf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BCAEC-EB7D-41EF-8EFD-7152499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81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62347-C986-481E-862F-59AE112A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33"/>
          </a:solidFill>
          <a:ln xmlns:a="http://schemas.openxmlformats.org/drawingml/2006/main" w="0">
            <a:solidFill>
              <a:srgbClr val="FF00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045EC-BFCF-428B-B034-3CEF769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D8E73-0C33-4D21-A793-DB57B45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93942-A0CB-4812-BD3A-0FE4AFA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50243-2688-4EFB-A5D8-46ED782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Connect YouTube for videos or Shorts.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B1E22-EE19-4ED0-A3ED-27D3DB5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The channel owner should sign in. Manager access may not be enough for third-party publishing.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FBB56-EC0F-41AB-9E75-242B8C81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572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81AB5-AF0A-4F40-87AF-8088B19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8B269-86B6-4E46-A562-91B08DDB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StudioLAB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1E402-EABB-4C11-8EFC-D7F0DA7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14668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04C14-29D1-48F4-A251-F81967EC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4A5C4-1F2A-4B7D-89A8-193D76C7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765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BD2AD-4A74-46D6-BCAF-E1925B5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F42F6-0D60-45F3-B08D-71B57F8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04033-A9F5-4F3C-AD55-C522F5C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7F98E-29B1-4F7E-B003-ACAA74C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3377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77E04-DDDA-4B5F-B230-0ACEFBA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7667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E6BC6-D274-44D7-88DC-3EB6C5B2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C0B99-02DA-4A8A-AD8D-E993D129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76CA6-1212-413A-96F9-8CC91B5F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910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CB3EF-06CA-41CC-A87F-E27F6A7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Social 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225216-B280-43BC-832E-843E611F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Add YouTube from the connected social accounts area.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B99C0-4428-44DD-BE7D-F75CA7E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6C5CC-026C-42CE-8833-05BDFE0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645E7-D7D1-4933-934F-706991A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1504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Connected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1F70C-1BD7-421A-8AC5-33357D60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09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C0922-8313-41F3-94C2-149656F6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671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03F6B-56E9-4AEC-8087-68FD51F5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95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748EF7-E5D3-48D5-889B-CF9D8D9B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D45319-31E4-49E2-804A-AA4925E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1504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Connected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4C8BCE-71A3-4486-8C3C-9AD51B0F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9FF6A-13FE-4A86-B4D8-099FE386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040203-9C1F-449D-8AF0-941F152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53368F-EC81-4443-BA0A-4EF3A70E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8000EB-1698-48E1-AE07-1349420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1504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576A0F-B53A-4D50-BF3D-031294FC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33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8"/>
          </a:solidFill>
          <a:ln xmlns:a="http://schemas.openxmlformats.org/drawingml/2006/main" w="0">
            <a:solidFill>
              <a:srgbClr val="EEEDF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5089AC-F38D-4B31-8EB3-4761258D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10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2AA091-AC91-4ECB-B314-0E9CCF64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197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87B028-6720-4576-99BA-A3733304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EAA043-FA69-44EB-850E-050CBEC8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57725"/>
            <a:ext cx="1504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Videos and Shorts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6D044B-5A1D-4BB8-8FA6-1E5A3C8A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95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0AA437-818A-4B6F-A301-CD2BF0C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5295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1E609D-9603-40A5-A342-838665C4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7EE770-FDA5-485F-B5F3-67ADA09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DD4E39-59B8-4B3F-8A87-0A68DEB1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099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 to Marketing &gt; Social Planner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9E2F61-EA7B-4ADD-9C25-17AC6C49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Open the connected accounts area.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66E4B1-AF17-42A9-B80A-D49EC7E4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84BBD3-BB80-4E68-8660-3BC269DB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05F730-7F90-4265-9FFD-D2148525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Choose YouTube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A39C61-5AD8-447F-8FFF-AED8EF7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A Google sign-in window will open.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C8B7B5-9542-4DBB-B1C9-E083E58F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9C6C4D-B930-4455-9541-4932B8A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AD40DA-8414-4095-A0E5-4248CB9D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Sign in as channel owner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96AE67-639D-4C92-9500-61A0AFA7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account that owns the channel.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F2F241-C47E-40FD-AE84-B5BC6DB0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581044-B4CE-4480-A74A-4184CC9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751484-CD86-448B-A00B-EB56C44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95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Confirm the channel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257F76-77BF-4448-9D5B-7954FC2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625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Check the correct channel appears before scheduling.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0C9D01-D327-475B-B843-79B0761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687823-24FB-4872-9721-A87CDDC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39081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0A22E-C1E1-44D1-BEAE-DBAA93C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C05D3-7221-43DA-8CE9-1CEBE170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c19173aff4574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B06B-EF7E-4A13-AE45-D23DD44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E899C-0C56-4A28-9AF9-D74F2B29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FINAL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C7EAE-FD69-474F-81BB-1AF04FD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Check the right profile is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340B-D419-4E72-853C-14D4257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Confirm the account name, Page, location or channel before you leave.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831AC-191A-4559-9722-7A65D15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5334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5F609-6D8A-4F9F-9A2B-082379F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487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FBA87-7EB7-448B-B0F5-FAC45179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FBD95-B8F6-4012-B325-7859D41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35DBD-B77B-480C-AD0E-1EE5EE63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1CA8D-3CC9-48B9-AE81-11A958E8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Correct Page 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D8DCC-8693-42AA-81D1-A9D52380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33650"/>
            <a:ext cx="487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58CD3-0956-48A7-8264-3E8B5CD3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E639-D471-46CE-82AD-52EBADD7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146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3337A-2126-4231-9D71-13ACE87C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39886-CF75-4B46-974C-173186A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Business or Creator account connected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00C41-E5D3-4969-801C-D81326F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05150"/>
            <a:ext cx="487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2F9F3-F896-48F2-A1F7-CA4D3749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F917A-9542-49D6-88D9-AEB89F2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861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63F06-50F0-4553-9D50-E47A61DA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Business 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AF9DF-6E4C-4E22-9087-7ECB580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04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Right studio location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0325C-D1D8-4EDE-B301-ED23D517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76650"/>
            <a:ext cx="487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A4D502-D72B-40E3-9FCB-4A48ED0E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CFE8A-57CE-4BFB-BDA4-CF7AB74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576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E667C-C235-4503-9FD7-58D36617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5C4B9-3CF9-4B9E-835D-3D44AA5B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Correct account or advertiser selected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5F5D2-7EEB-4A34-89B9-6DE16E6C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48150"/>
            <a:ext cx="487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670D7-B2B2-4671-B8FA-92AF3E8D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A36012-B40B-469F-B359-A6061317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291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4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CBC87-8573-4BF4-935C-E87992E6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05BF6-94C7-4DDA-A093-6B94004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Channel appears in Social Planner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77ED5-1716-43A1-ADAB-238054F5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6CDCD1-1224-4722-8BD4-F1945D3C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05B440-4DC5-4BAC-8BEE-AF81176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Read the account name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79EF29-9E5C-4D55-BFCF-DD244419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480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Make sure it is your studio, not a personal or test account.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747A5F-0C41-4303-BBB6-73E2BEB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2C02F6-8BD5-4F7A-B0BE-83BA6F1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4142A6-7AC9-4C95-8084-DFF04B63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Check the feature area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48D05D-D1E2-4E22-93B6-2D99E65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719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Open Social Planner, Reputation or Integrations based on what you connected.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D9F636-090E-4B10-BB07-BB856402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F8A"/>
          </a:solidFill>
          <a:ln xmlns:a="http://schemas.openxmlformats.org/drawingml/2006/main" w="0">
            <a:solidFill>
              <a:srgbClr val="4A3F8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344276-A526-4DB9-90D4-46E4D401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BD5B9A-6F70-4E07-A2AD-FBD045BF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291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Tell StudioLAB Growth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C23BF-42BB-459C-B54E-17063D7F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958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Let the setup team know when the requested accounts are connected.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46D8FC-F1A2-43FC-B402-C40CBD66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C92146-731E-4DCA-910B-C225DC67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22597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95167-C265-449B-9FA1-5A8271F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44681-C95C-4EA9-B930-A2B10E79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C"/>
          </a:solidFill>
          <a:ln xmlns:a="http://schemas.openxmlformats.org/drawingml/2006/main" w="0">
            <a:solidFill>
              <a:srgbClr val="F8F7FC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814d2d43b4ff6"/>
          <a:stretch xmlns:a="http://schemas.openxmlformats.org/drawingml/2006/main"/>
        </p:blipFill>
        <p:spPr>
          <a:xfrm xmlns:a="http://schemas.openxmlformats.org/drawingml/2006/main">
            <a:off x="685800" y="366626"/>
            <a:ext cx="1733550" cy="4097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C0514-F311-47EF-B8CF-3622508E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C9618-04AF-45BE-9DF6-63A0453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33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0BF"/>
                </a:solidFill>
                <a:latin typeface="Aptos"/>
                <a:ea typeface="Aptos"/>
                <a:cs typeface="Aptos"/>
              </a:rPr>
              <a:t>COMMON FIXES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13673-AB95-4406-BB2D-B9BADCA6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02E"/>
                </a:solidFill>
                <a:latin typeface="Aptos Display"/>
                <a:ea typeface="Aptos Display"/>
                <a:cs typeface="Aptos Display"/>
              </a:rPr>
              <a:t>If a profile does not appear, check access first.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53836-80EC-41AD-8098-40C22CC8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These are the most common reasons a connection gets stuck.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5B425-78E5-4226-8D64-B86BEAE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64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912EC-00BD-4EAE-B9C4-C057D6A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 Page 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3633B-4781-4B8F-8E52-A52D1806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the Facebook profile with full Page control or Business Portfolio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BCE02-AB16-46EB-9514-D47741A1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64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AF6A5-8810-4F0E-AA6B-257FE474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 missing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7CD39-15F2-44F0-8813-AAC5C3B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Confirm the account is Business or Creator and linked to the right Facebook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88002-0E90-4197-888D-97BB5CAA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64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FB288-AB19-4277-B722-D8FB6045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 location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C6ED7-ABCD-4BFB-AC4E-AF129F0C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71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Use a Google account with Owner or Manager access to the verified location.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06821-8CA6-415A-B1BD-4A3C00F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464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F45A3-4EEB-4A71-82D9-BB272DB8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 forms missing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773D7-C3E5-4205-B73A-AF10573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Check advertiser access and make sure at least one instant form exists.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0FE9E-5A65-470E-9E7D-F9775D76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64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C0EE0-E270-4BDB-A4BF-019B8458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 channel 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2DA81-A844-4267-9739-BFAF42F6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672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Ask the primary channel owner to sign in and authorise the connection.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93A41-C6AB-4275-875B-F9810000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52950"/>
            <a:ext cx="464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36975-A6A3-4801-A3EF-31A04F17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Permission denied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1A08D-BDEE-49EC-8AE2-7A192E2A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Reconnect the platform and approve all requested permissions.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62881-052F-4CD3-ACDE-7884F7DB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E5A32-2217-4F79-B083-6BBF0CA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3F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3F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63168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23369-8F4E-4A5F-8CD2-25956568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02E"/>
          </a:solidFill>
          <a:ln xmlns:a="http://schemas.openxmlformats.org/drawingml/2006/main" w="0">
            <a:solidFill>
              <a:srgbClr val="13102E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8e5b52b684c0b"/>
          <a:stretch xmlns:a="http://schemas.openxmlformats.org/drawingml/2006/main"/>
        </p:blipFill>
        <p:spPr>
          <a:xfrm xmlns:a="http://schemas.openxmlformats.org/drawingml/2006/main">
            <a:off x="6896100" y="2973591"/>
            <a:ext cx="4953000" cy="3501617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8ced1ee3c4065"/>
          <a:stretch xmlns:a="http://schemas.openxmlformats.org/drawingml/2006/main"/>
        </p:blipFill>
        <p:spPr>
          <a:xfrm xmlns:a="http://schemas.openxmlformats.org/drawingml/2006/main">
            <a:off x="687161" y="361950"/>
            <a:ext cx="1959429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CB089-6334-49C1-96A2-449783D1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197F"/>
          </a:solidFill>
          <a:ln xmlns:a="http://schemas.openxmlformats.org/drawingml/2006/main" w="0">
            <a:solidFill>
              <a:srgbClr val="E8197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FCC56-2010-4082-8E0C-3E1BFDE0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71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EE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EEDF8"/>
                </a:solidFill>
                <a:latin typeface="Aptos"/>
                <a:ea typeface="Aptos"/>
                <a:cs typeface="Aptos"/>
              </a:rPr>
              <a:t>YOU ARE DONE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72FF-CD26-40DC-AE2B-B2D46CB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StudioLAB Growth can finish the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9984D-AC10-4E9B-9AB6-61613F6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EB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EBF2"/>
                </a:solidFill>
                <a:latin typeface="Aptos"/>
                <a:ea typeface="Aptos"/>
                <a:cs typeface="Aptos"/>
              </a:rPr>
              <a:t>Send the setup team a quick note confirming which platforms are connected. We will verify the connections and finish the remaining Growth configuration.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EB642-572E-4773-B9EF-E1E4A6D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533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FDE17-91A6-4C38-9F74-265FC4FE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396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Keep your owner access active until setup is confirmed.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CDF79-07AF-435C-B3C7-FFA1E4D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6D8A"/>
                </a:solidFill>
                <a:latin typeface="Aptos"/>
                <a:ea typeface="Aptos"/>
                <a:cs typeface="Aptos"/>
              </a:rPr>
              <a:t>StudioLAB will let you know when everything has been checked.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317dbbd6d429d"/>
          <a:stretch xmlns:a="http://schemas.openxmlformats.org/drawingml/2006/main"/>
        </p:blipFill>
        <p:spPr>
          <a:xfrm xmlns:a="http://schemas.openxmlformats.org/drawingml/2006/main">
            <a:off x="6134100" y="1226125"/>
            <a:ext cx="5219700" cy="242455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F45FA-C564-4784-B9FB-CCA6302F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BD448-AE01-4F23-80D4-6ADAB568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solidFill>
              <a:srgbClr val="1877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878BF-0BB0-459B-87F4-ED638B05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DF7DC-FD90-4D18-A4C2-1B4C8DC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9ED43-9EE9-404C-883B-36588E35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84"/>
          </a:solidFill>
          <a:ln xmlns:a="http://schemas.openxmlformats.org/drawingml/2006/main" w="0">
            <a:solidFill>
              <a:srgbClr val="C1358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519AD-8DE0-4415-85F6-D8E20115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A586C-F7DA-4CDD-954F-8AFFD868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243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3CAC1-8D3C-45CC-B7A7-0832709A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19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7A098-D58B-44DD-8A76-8C0B629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386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Google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D6747-9868-4536-9713-BB33520D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22C88-199C-4F75-BF6F-873C2746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86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76DDD-23BD-4B0B-A270-40D442DD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054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F4D4F-F263-45E9-8D16-F7E4343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91100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D5C9A-9938-4D5B-BAEA-584775D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86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33"/>
          </a:solidFill>
          <a:ln xmlns:a="http://schemas.openxmlformats.org/drawingml/2006/main" w="0">
            <a:solidFill>
              <a:srgbClr val="FF003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38B85-8E04-45E1-82FE-8F26915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054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0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102E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8D187-FCED-4277-AB8A-98EDC19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EAEBF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EAEBF2"/>
                </a:solidFill>
                <a:latin typeface="Aptos"/>
                <a:ea typeface="Aptos"/>
                <a:cs typeface="Aptos"/>
              </a:rPr>
              <a:t>StudioLAB Growth setup guide</a:t>
            </a:r>
          </a:p>
        </p:txBody>
      </p:sp>
    </p:spTree>
    <p:extLst>
      <p:ext uri="{BB962C8B-B14F-4D97-AF65-F5344CB8AC3E}">
        <p14:creationId xmlns:p14="http://schemas.microsoft.com/office/powerpoint/2010/main" val="427072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2026-05-23T01:56:10.2190000Z</dcterms:created>
  <dcterms:modified xsi:type="dcterms:W3CDTF">2026-05-23T01:56:10.2190000Z</dcterms:modified>
</coreProperties>
</file>